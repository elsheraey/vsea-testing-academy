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2" name="Shape 232"/>
        <p:cNvGrpSpPr/>
        <p:nvPr/>
      </p:nvGrpSpPr>
      <p:grpSpPr>
        <a:xfrm>
          <a:off x="0" y="0"/>
          <a:ext cx="0" cy="0"/>
          <a:chOff x="0" y="0"/>
          <a:chExt cx="0" cy="0"/>
        </a:xfrm>
      </p:grpSpPr>
      <p:sp>
        <p:nvSpPr>
          <p:cNvPr id="233" name="Google Shape;233;p1: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34" name="Google Shape;23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p2: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40" name="Google Shape;24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65" name="Google Shape;2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Google Shape;274;p4: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75" name="Google Shape;2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Google Shape;283;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84" name="Google Shape;2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Google Shape;292;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293" name="Google Shape;2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0" name="Shape 300"/>
        <p:cNvGrpSpPr/>
        <p:nvPr/>
      </p:nvGrpSpPr>
      <p:grpSpPr>
        <a:xfrm>
          <a:off x="0" y="0"/>
          <a:ext cx="0" cy="0"/>
          <a:chOff x="0" y="0"/>
          <a:chExt cx="0" cy="0"/>
        </a:xfrm>
      </p:grpSpPr>
      <p:sp>
        <p:nvSpPr>
          <p:cNvPr id="301" name="Google Shape;301;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02" name="Google Shape;3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0" name="Shape 310"/>
        <p:cNvGrpSpPr/>
        <p:nvPr/>
      </p:nvGrpSpPr>
      <p:grpSpPr>
        <a:xfrm>
          <a:off x="0" y="0"/>
          <a:ext cx="0" cy="0"/>
          <a:chOff x="0" y="0"/>
          <a:chExt cx="0" cy="0"/>
        </a:xfrm>
      </p:grpSpPr>
      <p:sp>
        <p:nvSpPr>
          <p:cNvPr id="311" name="Google Shape;311;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12" name="Google Shape;3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22" name="Google Shape;3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8" name="Shape 328"/>
        <p:cNvGrpSpPr/>
        <p:nvPr/>
      </p:nvGrpSpPr>
      <p:grpSpPr>
        <a:xfrm>
          <a:off x="0" y="0"/>
          <a:ext cx="0" cy="0"/>
          <a:chOff x="0" y="0"/>
          <a:chExt cx="0" cy="0"/>
        </a:xfrm>
      </p:grpSpPr>
      <p:sp>
        <p:nvSpPr>
          <p:cNvPr id="329" name="Google Shape;329;p10: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
        <p:nvSpPr>
          <p:cNvPr id="330" name="Google Shape;33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ver with picture">
  <p:cSld name="Cover with picture">
    <p:spTree>
      <p:nvGrpSpPr>
        <p:cNvPr id="20" name="Shape 20"/>
        <p:cNvGrpSpPr/>
        <p:nvPr/>
      </p:nvGrpSpPr>
      <p:grpSpPr>
        <a:xfrm>
          <a:off x="0" y="0"/>
          <a:ext cx="0" cy="0"/>
          <a:chOff x="0" y="0"/>
          <a:chExt cx="0" cy="0"/>
        </a:xfrm>
      </p:grpSpPr>
      <p:sp>
        <p:nvSpPr>
          <p:cNvPr id="21" name="Google Shape;21;p2"/>
          <p:cNvSpPr/>
          <p:nvPr/>
        </p:nvSpPr>
        <p:spPr>
          <a:xfrm>
            <a:off x="0" y="0"/>
            <a:ext cx="9144000" cy="1977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 name="Google Shape;22;p2"/>
          <p:cNvSpPr/>
          <p:nvPr>
            <p:ph idx="2" type="pic"/>
          </p:nvPr>
        </p:nvSpPr>
        <p:spPr>
          <a:xfrm>
            <a:off x="270000" y="411510"/>
            <a:ext cx="5506200" cy="2646000"/>
          </a:xfrm>
          <a:prstGeom prst="rect">
            <a:avLst/>
          </a:prstGeom>
          <a:solidFill>
            <a:schemeClr val="accent1"/>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grpSp>
        <p:nvGrpSpPr>
          <p:cNvPr id="23" name="Google Shape;23;p2"/>
          <p:cNvGrpSpPr/>
          <p:nvPr/>
        </p:nvGrpSpPr>
        <p:grpSpPr>
          <a:xfrm>
            <a:off x="7683503" y="270000"/>
            <a:ext cx="1191397" cy="803632"/>
            <a:chOff x="6819181" y="3305673"/>
            <a:chExt cx="1588529" cy="1071509"/>
          </a:xfrm>
        </p:grpSpPr>
        <p:sp>
          <p:nvSpPr>
            <p:cNvPr id="24" name="Google Shape;24;p2"/>
            <p:cNvSpPr/>
            <p:nvPr/>
          </p:nvSpPr>
          <p:spPr>
            <a:xfrm>
              <a:off x="6819181" y="3725285"/>
              <a:ext cx="1545070" cy="269001"/>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5" name="Google Shape;25;p2"/>
            <p:cNvSpPr/>
            <p:nvPr/>
          </p:nvSpPr>
          <p:spPr>
            <a:xfrm>
              <a:off x="6951808" y="3305673"/>
              <a:ext cx="1453654" cy="448835"/>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6" name="Google Shape;26;p2"/>
            <p:cNvSpPr/>
            <p:nvPr/>
          </p:nvSpPr>
          <p:spPr>
            <a:xfrm>
              <a:off x="6957803" y="4105933"/>
              <a:ext cx="59945" cy="113895"/>
            </a:xfrm>
            <a:custGeom>
              <a:rect b="b" l="l" r="r" t="t"/>
              <a:pathLst>
                <a:path extrusionOk="0" h="120000" w="120000">
                  <a:moveTo>
                    <a:pt x="49655"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0" y="43636"/>
                    <a:pt x="0" y="32727"/>
                  </a:cubicBezTo>
                  <a:cubicBezTo>
                    <a:pt x="0" y="13090"/>
                    <a:pt x="24827" y="0"/>
                    <a:pt x="66206" y="0"/>
                  </a:cubicBezTo>
                  <a:cubicBezTo>
                    <a:pt x="86896" y="0"/>
                    <a:pt x="99310" y="2181"/>
                    <a:pt x="111724" y="4363"/>
                  </a:cubicBezTo>
                  <a:cubicBezTo>
                    <a:pt x="103448" y="15272"/>
                    <a:pt x="103448" y="15272"/>
                    <a:pt x="103448" y="15272"/>
                  </a:cubicBezTo>
                  <a:cubicBezTo>
                    <a:pt x="95172" y="13090"/>
                    <a:pt x="82758" y="8727"/>
                    <a:pt x="66206" y="8727"/>
                  </a:cubicBezTo>
                  <a:cubicBezTo>
                    <a:pt x="45517" y="8727"/>
                    <a:pt x="28965" y="17454"/>
                    <a:pt x="28965" y="30545"/>
                  </a:cubicBezTo>
                  <a:cubicBezTo>
                    <a:pt x="28965" y="41454"/>
                    <a:pt x="49655" y="48000"/>
                    <a:pt x="66206" y="52363"/>
                  </a:cubicBezTo>
                  <a:cubicBezTo>
                    <a:pt x="111724" y="61090"/>
                    <a:pt x="120000" y="74181"/>
                    <a:pt x="120000" y="85090"/>
                  </a:cubicBezTo>
                  <a:cubicBezTo>
                    <a:pt x="120000" y="104727"/>
                    <a:pt x="91034" y="120000"/>
                    <a:pt x="49655"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7" name="Google Shape;27;p2"/>
            <p:cNvSpPr/>
            <p:nvPr/>
          </p:nvSpPr>
          <p:spPr>
            <a:xfrm>
              <a:off x="7042474" y="4105933"/>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8" name="Google Shape;28;p2"/>
            <p:cNvSpPr/>
            <p:nvPr/>
          </p:nvSpPr>
          <p:spPr>
            <a:xfrm>
              <a:off x="7170606" y="4105933"/>
              <a:ext cx="8841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9" name="Google Shape;29;p2"/>
            <p:cNvSpPr/>
            <p:nvPr/>
          </p:nvSpPr>
          <p:spPr>
            <a:xfrm>
              <a:off x="7282252" y="4105933"/>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0" name="Google Shape;30;p2"/>
            <p:cNvSpPr/>
            <p:nvPr/>
          </p:nvSpPr>
          <p:spPr>
            <a:xfrm>
              <a:off x="7368423" y="4105933"/>
              <a:ext cx="58446" cy="111647"/>
            </a:xfrm>
            <a:custGeom>
              <a:rect b="b" l="l" r="r" t="t"/>
              <a:pathLst>
                <a:path extrusionOk="0" h="120000" w="120000">
                  <a:moveTo>
                    <a:pt x="76923" y="11275"/>
                  </a:moveTo>
                  <a:lnTo>
                    <a:pt x="76923" y="120000"/>
                  </a:lnTo>
                  <a:lnTo>
                    <a:pt x="47692" y="120000"/>
                  </a:lnTo>
                  <a:lnTo>
                    <a:pt x="47692" y="11275"/>
                  </a:lnTo>
                  <a:lnTo>
                    <a:pt x="0" y="11275"/>
                  </a:lnTo>
                  <a:lnTo>
                    <a:pt x="0" y="0"/>
                  </a:lnTo>
                  <a:lnTo>
                    <a:pt x="120000" y="0"/>
                  </a:lnTo>
                  <a:lnTo>
                    <a:pt x="120000" y="11275"/>
                  </a:lnTo>
                  <a:lnTo>
                    <a:pt x="76923"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 name="Google Shape;31;p2"/>
            <p:cNvSpPr/>
            <p:nvPr/>
          </p:nvSpPr>
          <p:spPr>
            <a:xfrm>
              <a:off x="7496554" y="4105933"/>
              <a:ext cx="59945" cy="111647"/>
            </a:xfrm>
            <a:custGeom>
              <a:rect b="b" l="l" r="r" t="t"/>
              <a:pathLst>
                <a:path extrusionOk="0" h="120000" w="120000">
                  <a:moveTo>
                    <a:pt x="75000" y="11275"/>
                  </a:moveTo>
                  <a:lnTo>
                    <a:pt x="75000" y="120000"/>
                  </a:lnTo>
                  <a:lnTo>
                    <a:pt x="46500" y="120000"/>
                  </a:lnTo>
                  <a:lnTo>
                    <a:pt x="465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2" name="Google Shape;32;p2"/>
            <p:cNvSpPr/>
            <p:nvPr/>
          </p:nvSpPr>
          <p:spPr>
            <a:xfrm>
              <a:off x="7581226" y="4105933"/>
              <a:ext cx="51702" cy="111647"/>
            </a:xfrm>
            <a:custGeom>
              <a:rect b="b" l="l" r="r" t="t"/>
              <a:pathLst>
                <a:path extrusionOk="0" h="120000" w="120000">
                  <a:moveTo>
                    <a:pt x="0" y="120000"/>
                  </a:moveTo>
                  <a:lnTo>
                    <a:pt x="0" y="0"/>
                  </a:lnTo>
                  <a:lnTo>
                    <a:pt x="120000" y="0"/>
                  </a:lnTo>
                  <a:lnTo>
                    <a:pt x="120000" y="11275"/>
                  </a:lnTo>
                  <a:lnTo>
                    <a:pt x="34782" y="11275"/>
                  </a:lnTo>
                  <a:lnTo>
                    <a:pt x="34782" y="53154"/>
                  </a:lnTo>
                  <a:lnTo>
                    <a:pt x="111304" y="53154"/>
                  </a:lnTo>
                  <a:lnTo>
                    <a:pt x="111304" y="64429"/>
                  </a:lnTo>
                  <a:lnTo>
                    <a:pt x="34782" y="64429"/>
                  </a:lnTo>
                  <a:lnTo>
                    <a:pt x="34782"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 name="Google Shape;33;p2"/>
            <p:cNvSpPr/>
            <p:nvPr/>
          </p:nvSpPr>
          <p:spPr>
            <a:xfrm>
              <a:off x="7656156" y="4105933"/>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4" name="Google Shape;34;p2"/>
            <p:cNvSpPr/>
            <p:nvPr/>
          </p:nvSpPr>
          <p:spPr>
            <a:xfrm>
              <a:off x="7744574" y="4105933"/>
              <a:ext cx="70435" cy="111647"/>
            </a:xfrm>
            <a:custGeom>
              <a:rect b="b" l="l" r="r" t="t"/>
              <a:pathLst>
                <a:path extrusionOk="0" h="120000" w="120000">
                  <a:moveTo>
                    <a:pt x="95744" y="120000"/>
                  </a:moveTo>
                  <a:lnTo>
                    <a:pt x="95744" y="64429"/>
                  </a:lnTo>
                  <a:lnTo>
                    <a:pt x="24255" y="64429"/>
                  </a:lnTo>
                  <a:lnTo>
                    <a:pt x="24255" y="120000"/>
                  </a:lnTo>
                  <a:lnTo>
                    <a:pt x="0" y="120000"/>
                  </a:lnTo>
                  <a:lnTo>
                    <a:pt x="0" y="0"/>
                  </a:lnTo>
                  <a:lnTo>
                    <a:pt x="24255" y="0"/>
                  </a:lnTo>
                  <a:lnTo>
                    <a:pt x="24255" y="53154"/>
                  </a:lnTo>
                  <a:lnTo>
                    <a:pt x="95744" y="53154"/>
                  </a:lnTo>
                  <a:lnTo>
                    <a:pt x="95744" y="0"/>
                  </a:lnTo>
                  <a:lnTo>
                    <a:pt x="120000" y="0"/>
                  </a:lnTo>
                  <a:lnTo>
                    <a:pt x="120000" y="120000"/>
                  </a:lnTo>
                  <a:lnTo>
                    <a:pt x="95744"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 name="Google Shape;35;p2"/>
            <p:cNvSpPr/>
            <p:nvPr/>
          </p:nvSpPr>
          <p:spPr>
            <a:xfrm>
              <a:off x="7847979" y="4105933"/>
              <a:ext cx="80176" cy="111647"/>
            </a:xfrm>
            <a:custGeom>
              <a:rect b="b" l="l" r="r" t="t"/>
              <a:pathLst>
                <a:path extrusionOk="0" h="120000" w="120000">
                  <a:moveTo>
                    <a:pt x="101538" y="120000"/>
                  </a:moveTo>
                  <a:cubicBezTo>
                    <a:pt x="30769" y="33333"/>
                    <a:pt x="30769" y="33333"/>
                    <a:pt x="30769" y="33333"/>
                  </a:cubicBezTo>
                  <a:cubicBezTo>
                    <a:pt x="24615" y="24444"/>
                    <a:pt x="18461" y="17777"/>
                    <a:pt x="18461" y="17777"/>
                  </a:cubicBezTo>
                  <a:cubicBezTo>
                    <a:pt x="18461" y="17777"/>
                    <a:pt x="18461" y="17777"/>
                    <a:pt x="18461" y="17777"/>
                  </a:cubicBezTo>
                  <a:cubicBezTo>
                    <a:pt x="18461" y="17777"/>
                    <a:pt x="18461" y="26666"/>
                    <a:pt x="18461" y="33333"/>
                  </a:cubicBezTo>
                  <a:cubicBezTo>
                    <a:pt x="18461" y="120000"/>
                    <a:pt x="18461" y="120000"/>
                    <a:pt x="18461" y="120000"/>
                  </a:cubicBezTo>
                  <a:cubicBezTo>
                    <a:pt x="0" y="120000"/>
                    <a:pt x="0" y="120000"/>
                    <a:pt x="0" y="120000"/>
                  </a:cubicBezTo>
                  <a:cubicBezTo>
                    <a:pt x="0" y="0"/>
                    <a:pt x="0" y="0"/>
                    <a:pt x="0" y="0"/>
                  </a:cubicBezTo>
                  <a:cubicBezTo>
                    <a:pt x="24615" y="0"/>
                    <a:pt x="24615" y="0"/>
                    <a:pt x="24615" y="0"/>
                  </a:cubicBezTo>
                  <a:cubicBezTo>
                    <a:pt x="92307" y="84444"/>
                    <a:pt x="92307" y="84444"/>
                    <a:pt x="92307" y="84444"/>
                  </a:cubicBezTo>
                  <a:cubicBezTo>
                    <a:pt x="98461" y="91111"/>
                    <a:pt x="101538" y="97777"/>
                    <a:pt x="101538" y="97777"/>
                  </a:cubicBezTo>
                  <a:cubicBezTo>
                    <a:pt x="101538" y="97777"/>
                    <a:pt x="101538" y="97777"/>
                    <a:pt x="101538" y="97777"/>
                  </a:cubicBezTo>
                  <a:cubicBezTo>
                    <a:pt x="101538" y="97777"/>
                    <a:pt x="101538" y="91111"/>
                    <a:pt x="101538" y="84444"/>
                  </a:cubicBezTo>
                  <a:cubicBezTo>
                    <a:pt x="101538" y="0"/>
                    <a:pt x="101538" y="0"/>
                    <a:pt x="101538" y="0"/>
                  </a:cubicBezTo>
                  <a:cubicBezTo>
                    <a:pt x="120000" y="0"/>
                    <a:pt x="120000" y="0"/>
                    <a:pt x="120000" y="0"/>
                  </a:cubicBezTo>
                  <a:cubicBezTo>
                    <a:pt x="120000" y="120000"/>
                    <a:pt x="120000" y="120000"/>
                    <a:pt x="120000" y="120000"/>
                  </a:cubicBezTo>
                  <a:lnTo>
                    <a:pt x="101538"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6" name="Google Shape;36;p2"/>
            <p:cNvSpPr/>
            <p:nvPr/>
          </p:nvSpPr>
          <p:spPr>
            <a:xfrm>
              <a:off x="7957377" y="4105933"/>
              <a:ext cx="80925" cy="113895"/>
            </a:xfrm>
            <a:custGeom>
              <a:rect b="b" l="l" r="r" t="t"/>
              <a:pathLst>
                <a:path extrusionOk="0" h="120000" w="120000">
                  <a:moveTo>
                    <a:pt x="58461" y="120000"/>
                  </a:moveTo>
                  <a:cubicBezTo>
                    <a:pt x="15384" y="120000"/>
                    <a:pt x="0" y="93818"/>
                    <a:pt x="0" y="58909"/>
                  </a:cubicBezTo>
                  <a:cubicBezTo>
                    <a:pt x="0" y="26181"/>
                    <a:pt x="15384" y="0"/>
                    <a:pt x="58461" y="0"/>
                  </a:cubicBezTo>
                  <a:cubicBezTo>
                    <a:pt x="101538" y="0"/>
                    <a:pt x="120000" y="26181"/>
                    <a:pt x="120000" y="58909"/>
                  </a:cubicBezTo>
                  <a:cubicBezTo>
                    <a:pt x="120000" y="93818"/>
                    <a:pt x="101538" y="120000"/>
                    <a:pt x="58461" y="120000"/>
                  </a:cubicBezTo>
                  <a:close/>
                  <a:moveTo>
                    <a:pt x="58461" y="8727"/>
                  </a:moveTo>
                  <a:cubicBezTo>
                    <a:pt x="27692" y="8727"/>
                    <a:pt x="21538" y="34909"/>
                    <a:pt x="21538" y="58909"/>
                  </a:cubicBezTo>
                  <a:cubicBezTo>
                    <a:pt x="21538" y="82909"/>
                    <a:pt x="27692" y="106909"/>
                    <a:pt x="58461" y="106909"/>
                  </a:cubicBezTo>
                  <a:cubicBezTo>
                    <a:pt x="89230" y="106909"/>
                    <a:pt x="95384" y="82909"/>
                    <a:pt x="95384" y="58909"/>
                  </a:cubicBezTo>
                  <a:cubicBezTo>
                    <a:pt x="95384" y="34909"/>
                    <a:pt x="89230" y="8727"/>
                    <a:pt x="58461"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7" name="Google Shape;37;p2"/>
            <p:cNvSpPr/>
            <p:nvPr/>
          </p:nvSpPr>
          <p:spPr>
            <a:xfrm>
              <a:off x="8066776" y="4105933"/>
              <a:ext cx="47956" cy="111647"/>
            </a:xfrm>
            <a:custGeom>
              <a:rect b="b" l="l" r="r" t="t"/>
              <a:pathLst>
                <a:path extrusionOk="0" h="120000" w="120000">
                  <a:moveTo>
                    <a:pt x="0" y="120000"/>
                  </a:moveTo>
                  <a:lnTo>
                    <a:pt x="0" y="0"/>
                  </a:lnTo>
                  <a:lnTo>
                    <a:pt x="35625" y="0"/>
                  </a:lnTo>
                  <a:lnTo>
                    <a:pt x="35625"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8" name="Google Shape;38;p2"/>
            <p:cNvSpPr/>
            <p:nvPr/>
          </p:nvSpPr>
          <p:spPr>
            <a:xfrm>
              <a:off x="8132715" y="4105933"/>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9" name="Google Shape;39;p2"/>
            <p:cNvSpPr/>
            <p:nvPr/>
          </p:nvSpPr>
          <p:spPr>
            <a:xfrm>
              <a:off x="8238367" y="4105933"/>
              <a:ext cx="74182" cy="113895"/>
            </a:xfrm>
            <a:custGeom>
              <a:rect b="b" l="l" r="r" t="t"/>
              <a:pathLst>
                <a:path extrusionOk="0" h="120000" w="120000">
                  <a:moveTo>
                    <a:pt x="73333" y="120000"/>
                  </a:moveTo>
                  <a:cubicBezTo>
                    <a:pt x="33333" y="120000"/>
                    <a:pt x="0" y="100363"/>
                    <a:pt x="0" y="58909"/>
                  </a:cubicBezTo>
                  <a:cubicBezTo>
                    <a:pt x="0" y="19636"/>
                    <a:pt x="33333" y="0"/>
                    <a:pt x="73333" y="0"/>
                  </a:cubicBezTo>
                  <a:cubicBezTo>
                    <a:pt x="93333" y="0"/>
                    <a:pt x="106666" y="2181"/>
                    <a:pt x="116666" y="4363"/>
                  </a:cubicBezTo>
                  <a:cubicBezTo>
                    <a:pt x="110000" y="15272"/>
                    <a:pt x="110000" y="15272"/>
                    <a:pt x="110000" y="15272"/>
                  </a:cubicBezTo>
                  <a:cubicBezTo>
                    <a:pt x="103333" y="13090"/>
                    <a:pt x="93333" y="10909"/>
                    <a:pt x="76666" y="10909"/>
                  </a:cubicBezTo>
                  <a:cubicBezTo>
                    <a:pt x="43333" y="10909"/>
                    <a:pt x="23333" y="26181"/>
                    <a:pt x="23333" y="58909"/>
                  </a:cubicBezTo>
                  <a:cubicBezTo>
                    <a:pt x="23333" y="91636"/>
                    <a:pt x="46666" y="109090"/>
                    <a:pt x="73333" y="109090"/>
                  </a:cubicBezTo>
                  <a:cubicBezTo>
                    <a:pt x="86666" y="109090"/>
                    <a:pt x="93333" y="106909"/>
                    <a:pt x="96666" y="106909"/>
                  </a:cubicBezTo>
                  <a:cubicBezTo>
                    <a:pt x="96666" y="61090"/>
                    <a:pt x="96666" y="61090"/>
                    <a:pt x="96666" y="61090"/>
                  </a:cubicBezTo>
                  <a:cubicBezTo>
                    <a:pt x="66666" y="61090"/>
                    <a:pt x="66666" y="61090"/>
                    <a:pt x="66666" y="61090"/>
                  </a:cubicBezTo>
                  <a:cubicBezTo>
                    <a:pt x="66666" y="52363"/>
                    <a:pt x="66666" y="52363"/>
                    <a:pt x="66666" y="52363"/>
                  </a:cubicBezTo>
                  <a:cubicBezTo>
                    <a:pt x="120000" y="52363"/>
                    <a:pt x="120000" y="52363"/>
                    <a:pt x="120000" y="52363"/>
                  </a:cubicBezTo>
                  <a:cubicBezTo>
                    <a:pt x="120000" y="113454"/>
                    <a:pt x="120000" y="113454"/>
                    <a:pt x="120000" y="113454"/>
                  </a:cubicBezTo>
                  <a:cubicBezTo>
                    <a:pt x="110000" y="117818"/>
                    <a:pt x="96666" y="120000"/>
                    <a:pt x="7333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0" name="Google Shape;40;p2"/>
            <p:cNvSpPr/>
            <p:nvPr/>
          </p:nvSpPr>
          <p:spPr>
            <a:xfrm>
              <a:off x="8331281" y="4105933"/>
              <a:ext cx="76429" cy="111647"/>
            </a:xfrm>
            <a:custGeom>
              <a:rect b="b" l="l" r="r" t="t"/>
              <a:pathLst>
                <a:path extrusionOk="0" h="120000" w="120000">
                  <a:moveTo>
                    <a:pt x="71764" y="66845"/>
                  </a:moveTo>
                  <a:lnTo>
                    <a:pt x="71764" y="120000"/>
                  </a:lnTo>
                  <a:lnTo>
                    <a:pt x="48235" y="120000"/>
                  </a:lnTo>
                  <a:lnTo>
                    <a:pt x="48235" y="66845"/>
                  </a:lnTo>
                  <a:lnTo>
                    <a:pt x="0" y="0"/>
                  </a:lnTo>
                  <a:lnTo>
                    <a:pt x="25882" y="0"/>
                  </a:lnTo>
                  <a:lnTo>
                    <a:pt x="61176" y="55570"/>
                  </a:lnTo>
                  <a:lnTo>
                    <a:pt x="61176" y="55570"/>
                  </a:lnTo>
                  <a:lnTo>
                    <a:pt x="97647" y="0"/>
                  </a:lnTo>
                  <a:lnTo>
                    <a:pt x="120000" y="0"/>
                  </a:lnTo>
                  <a:lnTo>
                    <a:pt x="71764" y="6684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1" name="Google Shape;41;p2"/>
            <p:cNvSpPr/>
            <p:nvPr/>
          </p:nvSpPr>
          <p:spPr>
            <a:xfrm>
              <a:off x="6963797" y="4263287"/>
              <a:ext cx="49454" cy="111647"/>
            </a:xfrm>
            <a:custGeom>
              <a:rect b="b" l="l" r="r" t="t"/>
              <a:pathLst>
                <a:path extrusionOk="0" h="120000" w="120000">
                  <a:moveTo>
                    <a:pt x="34545" y="11275"/>
                  </a:moveTo>
                  <a:lnTo>
                    <a:pt x="34545" y="53154"/>
                  </a:lnTo>
                  <a:lnTo>
                    <a:pt x="116363" y="53154"/>
                  </a:lnTo>
                  <a:lnTo>
                    <a:pt x="116363" y="64429"/>
                  </a:lnTo>
                  <a:lnTo>
                    <a:pt x="34545" y="64429"/>
                  </a:lnTo>
                  <a:lnTo>
                    <a:pt x="34545" y="120000"/>
                  </a:lnTo>
                  <a:lnTo>
                    <a:pt x="0" y="120000"/>
                  </a:lnTo>
                  <a:lnTo>
                    <a:pt x="0" y="0"/>
                  </a:lnTo>
                  <a:lnTo>
                    <a:pt x="120000" y="0"/>
                  </a:lnTo>
                  <a:lnTo>
                    <a:pt x="120000" y="11275"/>
                  </a:lnTo>
                  <a:lnTo>
                    <a:pt x="34545"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2" name="Google Shape;42;p2"/>
            <p:cNvSpPr/>
            <p:nvPr/>
          </p:nvSpPr>
          <p:spPr>
            <a:xfrm>
              <a:off x="7040226" y="4263287"/>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3" name="Google Shape;43;p2"/>
            <p:cNvSpPr/>
            <p:nvPr/>
          </p:nvSpPr>
          <p:spPr>
            <a:xfrm>
              <a:off x="7154121"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4" name="Google Shape;44;p2"/>
            <p:cNvSpPr/>
            <p:nvPr/>
          </p:nvSpPr>
          <p:spPr>
            <a:xfrm>
              <a:off x="7302484" y="4263287"/>
              <a:ext cx="59945" cy="113895"/>
            </a:xfrm>
            <a:custGeom>
              <a:rect b="b" l="l" r="r" t="t"/>
              <a:pathLst>
                <a:path extrusionOk="0" h="120000" w="120000">
                  <a:moveTo>
                    <a:pt x="53793"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4137" y="43636"/>
                    <a:pt x="4137" y="32727"/>
                  </a:cubicBezTo>
                  <a:cubicBezTo>
                    <a:pt x="4137" y="13090"/>
                    <a:pt x="24827" y="0"/>
                    <a:pt x="66206" y="0"/>
                  </a:cubicBezTo>
                  <a:cubicBezTo>
                    <a:pt x="86896" y="0"/>
                    <a:pt x="99310" y="2181"/>
                    <a:pt x="111724" y="4363"/>
                  </a:cubicBezTo>
                  <a:cubicBezTo>
                    <a:pt x="103448" y="15272"/>
                    <a:pt x="103448" y="15272"/>
                    <a:pt x="103448" y="15272"/>
                  </a:cubicBezTo>
                  <a:cubicBezTo>
                    <a:pt x="95172" y="13090"/>
                    <a:pt x="82758" y="8727"/>
                    <a:pt x="70344" y="8727"/>
                  </a:cubicBezTo>
                  <a:cubicBezTo>
                    <a:pt x="45517" y="8727"/>
                    <a:pt x="33103" y="17454"/>
                    <a:pt x="33103" y="30545"/>
                  </a:cubicBezTo>
                  <a:cubicBezTo>
                    <a:pt x="33103" y="41454"/>
                    <a:pt x="49655" y="48000"/>
                    <a:pt x="70344" y="52363"/>
                  </a:cubicBezTo>
                  <a:cubicBezTo>
                    <a:pt x="111724" y="61090"/>
                    <a:pt x="120000" y="74181"/>
                    <a:pt x="120000" y="85090"/>
                  </a:cubicBezTo>
                  <a:cubicBezTo>
                    <a:pt x="120000" y="104727"/>
                    <a:pt x="91034" y="120000"/>
                    <a:pt x="5379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 name="Google Shape;45;p2"/>
            <p:cNvSpPr/>
            <p:nvPr/>
          </p:nvSpPr>
          <p:spPr>
            <a:xfrm>
              <a:off x="7391651" y="4263287"/>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 name="Google Shape;46;p2"/>
            <p:cNvSpPr/>
            <p:nvPr/>
          </p:nvSpPr>
          <p:spPr>
            <a:xfrm>
              <a:off x="7523529" y="4263287"/>
              <a:ext cx="8916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58604" y="20000"/>
                    <a:pt x="58604" y="15555"/>
                    <a:pt x="58604" y="15555"/>
                  </a:cubicBezTo>
                  <a:cubicBezTo>
                    <a:pt x="58604" y="15555"/>
                    <a:pt x="58604" y="15555"/>
                    <a:pt x="58604" y="15555"/>
                  </a:cubicBezTo>
                  <a:cubicBezTo>
                    <a:pt x="58604" y="15555"/>
                    <a:pt x="58604" y="20000"/>
                    <a:pt x="5302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 name="Google Shape;47;p2"/>
            <p:cNvSpPr/>
            <p:nvPr/>
          </p:nvSpPr>
          <p:spPr>
            <a:xfrm>
              <a:off x="7639671" y="4263287"/>
              <a:ext cx="68187" cy="111647"/>
            </a:xfrm>
            <a:custGeom>
              <a:rect b="b" l="l" r="r" t="t"/>
              <a:pathLst>
                <a:path extrusionOk="0" h="120000" w="120000">
                  <a:moveTo>
                    <a:pt x="90909"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47272" y="0"/>
                  </a:cubicBezTo>
                  <a:cubicBezTo>
                    <a:pt x="94545" y="0"/>
                    <a:pt x="116363" y="11111"/>
                    <a:pt x="116363" y="33333"/>
                  </a:cubicBezTo>
                  <a:cubicBezTo>
                    <a:pt x="116363" y="55555"/>
                    <a:pt x="90909" y="66666"/>
                    <a:pt x="58181" y="66666"/>
                  </a:cubicBezTo>
                  <a:cubicBezTo>
                    <a:pt x="58181" y="66666"/>
                    <a:pt x="58181" y="66666"/>
                    <a:pt x="58181" y="66666"/>
                  </a:cubicBezTo>
                  <a:cubicBezTo>
                    <a:pt x="120000" y="120000"/>
                    <a:pt x="120000" y="120000"/>
                    <a:pt x="120000" y="120000"/>
                  </a:cubicBezTo>
                  <a:lnTo>
                    <a:pt x="90909" y="120000"/>
                  </a:lnTo>
                  <a:close/>
                  <a:moveTo>
                    <a:pt x="47272"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 name="Google Shape;48;p2"/>
            <p:cNvSpPr/>
            <p:nvPr/>
          </p:nvSpPr>
          <p:spPr>
            <a:xfrm>
              <a:off x="7728090" y="4263287"/>
              <a:ext cx="59945" cy="111647"/>
            </a:xfrm>
            <a:custGeom>
              <a:rect b="b" l="l" r="r" t="t"/>
              <a:pathLst>
                <a:path extrusionOk="0" h="120000" w="120000">
                  <a:moveTo>
                    <a:pt x="75000" y="11275"/>
                  </a:moveTo>
                  <a:lnTo>
                    <a:pt x="75000" y="120000"/>
                  </a:lnTo>
                  <a:lnTo>
                    <a:pt x="45000" y="120000"/>
                  </a:lnTo>
                  <a:lnTo>
                    <a:pt x="450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 name="Google Shape;49;p2"/>
            <p:cNvSpPr/>
            <p:nvPr/>
          </p:nvSpPr>
          <p:spPr>
            <a:xfrm>
              <a:off x="7817257" y="4263287"/>
              <a:ext cx="51702" cy="111647"/>
            </a:xfrm>
            <a:custGeom>
              <a:rect b="b" l="l" r="r" t="t"/>
              <a:pathLst>
                <a:path extrusionOk="0" h="120000" w="120000">
                  <a:moveTo>
                    <a:pt x="0" y="120000"/>
                  </a:moveTo>
                  <a:lnTo>
                    <a:pt x="0" y="0"/>
                  </a:lnTo>
                  <a:lnTo>
                    <a:pt x="120000" y="0"/>
                  </a:lnTo>
                  <a:lnTo>
                    <a:pt x="120000" y="11275"/>
                  </a:lnTo>
                  <a:lnTo>
                    <a:pt x="33043" y="11275"/>
                  </a:lnTo>
                  <a:lnTo>
                    <a:pt x="33043" y="53154"/>
                  </a:lnTo>
                  <a:lnTo>
                    <a:pt x="109565" y="53154"/>
                  </a:lnTo>
                  <a:lnTo>
                    <a:pt x="109565" y="64429"/>
                  </a:lnTo>
                  <a:lnTo>
                    <a:pt x="33043" y="64429"/>
                  </a:lnTo>
                  <a:lnTo>
                    <a:pt x="33043"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 name="Google Shape;50;p2"/>
            <p:cNvSpPr/>
            <p:nvPr/>
          </p:nvSpPr>
          <p:spPr>
            <a:xfrm>
              <a:off x="7901929"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1" name="Google Shape;51;p2"/>
            <p:cNvSpPr/>
            <p:nvPr/>
          </p:nvSpPr>
          <p:spPr>
            <a:xfrm>
              <a:off x="8052539" y="4263287"/>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2" name="Google Shape;52;p2"/>
            <p:cNvSpPr/>
            <p:nvPr/>
          </p:nvSpPr>
          <p:spPr>
            <a:xfrm>
              <a:off x="8134963" y="4263287"/>
              <a:ext cx="89168" cy="111647"/>
            </a:xfrm>
            <a:custGeom>
              <a:rect b="b" l="l" r="r" t="t"/>
              <a:pathLst>
                <a:path extrusionOk="0" h="120000" w="120000">
                  <a:moveTo>
                    <a:pt x="100465"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100465"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 name="Google Shape;53;p2"/>
            <p:cNvSpPr/>
            <p:nvPr/>
          </p:nvSpPr>
          <p:spPr>
            <a:xfrm>
              <a:off x="8250356" y="4263287"/>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4" name="Google Shape;54;p2"/>
            <p:cNvSpPr/>
            <p:nvPr/>
          </p:nvSpPr>
          <p:spPr>
            <a:xfrm>
              <a:off x="8345518" y="4263287"/>
              <a:ext cx="57697" cy="113895"/>
            </a:xfrm>
            <a:custGeom>
              <a:rect b="b" l="l" r="r" t="t"/>
              <a:pathLst>
                <a:path extrusionOk="0" h="120000" w="120000">
                  <a:moveTo>
                    <a:pt x="51428" y="120000"/>
                  </a:moveTo>
                  <a:cubicBezTo>
                    <a:pt x="25714" y="120000"/>
                    <a:pt x="8571" y="117818"/>
                    <a:pt x="0" y="113454"/>
                  </a:cubicBezTo>
                  <a:cubicBezTo>
                    <a:pt x="4285" y="102545"/>
                    <a:pt x="4285" y="102545"/>
                    <a:pt x="4285" y="102545"/>
                  </a:cubicBezTo>
                  <a:cubicBezTo>
                    <a:pt x="12857" y="104727"/>
                    <a:pt x="29999" y="106909"/>
                    <a:pt x="47142" y="106909"/>
                  </a:cubicBezTo>
                  <a:cubicBezTo>
                    <a:pt x="72857" y="106909"/>
                    <a:pt x="89999" y="98181"/>
                    <a:pt x="89999" y="85090"/>
                  </a:cubicBezTo>
                  <a:cubicBezTo>
                    <a:pt x="89999" y="74181"/>
                    <a:pt x="77142" y="69818"/>
                    <a:pt x="47142" y="63272"/>
                  </a:cubicBezTo>
                  <a:cubicBezTo>
                    <a:pt x="12857" y="54545"/>
                    <a:pt x="0" y="43636"/>
                    <a:pt x="0" y="32727"/>
                  </a:cubicBezTo>
                  <a:cubicBezTo>
                    <a:pt x="0" y="13090"/>
                    <a:pt x="25714" y="0"/>
                    <a:pt x="64285" y="0"/>
                  </a:cubicBezTo>
                  <a:cubicBezTo>
                    <a:pt x="85714" y="0"/>
                    <a:pt x="102857" y="2181"/>
                    <a:pt x="111428" y="4363"/>
                  </a:cubicBezTo>
                  <a:cubicBezTo>
                    <a:pt x="107142" y="15272"/>
                    <a:pt x="107142" y="15272"/>
                    <a:pt x="107142" y="15272"/>
                  </a:cubicBezTo>
                  <a:cubicBezTo>
                    <a:pt x="98571" y="13090"/>
                    <a:pt x="85714" y="8727"/>
                    <a:pt x="68571" y="8727"/>
                  </a:cubicBezTo>
                  <a:cubicBezTo>
                    <a:pt x="42857" y="8727"/>
                    <a:pt x="29999" y="17454"/>
                    <a:pt x="29999" y="30545"/>
                  </a:cubicBezTo>
                  <a:cubicBezTo>
                    <a:pt x="29999" y="41454"/>
                    <a:pt x="47142" y="48000"/>
                    <a:pt x="68571" y="52363"/>
                  </a:cubicBezTo>
                  <a:cubicBezTo>
                    <a:pt x="115714" y="61090"/>
                    <a:pt x="119999" y="74181"/>
                    <a:pt x="119999" y="85090"/>
                  </a:cubicBezTo>
                  <a:cubicBezTo>
                    <a:pt x="119999" y="104727"/>
                    <a:pt x="89999" y="120000"/>
                    <a:pt x="51428"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55" name="Google Shape;55;p2"/>
          <p:cNvSpPr txBox="1"/>
          <p:nvPr/>
        </p:nvSpPr>
        <p:spPr>
          <a:xfrm>
            <a:off x="270000" y="3134333"/>
            <a:ext cx="5506200" cy="2307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300"/>
              </a:spcBef>
              <a:spcAft>
                <a:spcPts val="0"/>
              </a:spcAft>
              <a:buClr>
                <a:srgbClr val="000000"/>
              </a:buClr>
              <a:buSzPts val="1500"/>
              <a:buFont typeface="Arial"/>
              <a:buNone/>
            </a:pPr>
            <a:r>
              <a:t/>
            </a:r>
            <a:endParaRPr b="1" i="0" sz="1500" u="none" cap="none" strike="noStrike">
              <a:solidFill>
                <a:srgbClr val="FAB50B"/>
              </a:solidFill>
              <a:latin typeface="Arial"/>
              <a:ea typeface="Arial"/>
              <a:cs typeface="Arial"/>
              <a:sym typeface="Arial"/>
            </a:endParaRPr>
          </a:p>
        </p:txBody>
      </p:sp>
      <p:sp>
        <p:nvSpPr>
          <p:cNvPr id="56" name="Google Shape;56;p2"/>
          <p:cNvSpPr txBox="1"/>
          <p:nvPr>
            <p:ph idx="1" type="subTitle"/>
          </p:nvPr>
        </p:nvSpPr>
        <p:spPr>
          <a:xfrm>
            <a:off x="209500" y="3134325"/>
            <a:ext cx="5299200" cy="2307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1200"/>
              <a:buNone/>
              <a:defRPr>
                <a:solidFill>
                  <a:srgbClr val="FF9900"/>
                </a:solidFill>
              </a:defRPr>
            </a:lvl1pPr>
            <a:lvl2pPr lvl="1" algn="l">
              <a:lnSpc>
                <a:spcPct val="100000"/>
              </a:lnSpc>
              <a:spcBef>
                <a:spcPts val="1000"/>
              </a:spcBef>
              <a:spcAft>
                <a:spcPts val="0"/>
              </a:spcAft>
              <a:buSzPts val="1100"/>
              <a:buNone/>
              <a:defRPr/>
            </a:lvl2pPr>
            <a:lvl3pPr lvl="2" algn="l">
              <a:lnSpc>
                <a:spcPct val="100000"/>
              </a:lnSpc>
              <a:spcBef>
                <a:spcPts val="900"/>
              </a:spcBef>
              <a:spcAft>
                <a:spcPts val="0"/>
              </a:spcAft>
              <a:buSzPts val="1000"/>
              <a:buNone/>
              <a:defRPr/>
            </a:lvl3pPr>
            <a:lvl4pPr lvl="3" algn="l">
              <a:lnSpc>
                <a:spcPct val="100000"/>
              </a:lnSpc>
              <a:spcBef>
                <a:spcPts val="900"/>
              </a:spcBef>
              <a:spcAft>
                <a:spcPts val="0"/>
              </a:spcAft>
              <a:buSzPts val="1100"/>
              <a:buNone/>
              <a:defRPr/>
            </a:lvl4pPr>
            <a:lvl5pPr lvl="4" algn="l">
              <a:lnSpc>
                <a:spcPct val="100000"/>
              </a:lnSpc>
              <a:spcBef>
                <a:spcPts val="900"/>
              </a:spcBef>
              <a:spcAft>
                <a:spcPts val="0"/>
              </a:spcAft>
              <a:buSzPts val="1100"/>
              <a:buNone/>
              <a:defRPr/>
            </a:lvl5pPr>
            <a:lvl6pPr lvl="5" algn="l">
              <a:lnSpc>
                <a:spcPct val="100000"/>
              </a:lnSpc>
              <a:spcBef>
                <a:spcPts val="900"/>
              </a:spcBef>
              <a:spcAft>
                <a:spcPts val="0"/>
              </a:spcAft>
              <a:buSzPts val="1100"/>
              <a:buNone/>
              <a:defRPr/>
            </a:lvl6pPr>
            <a:lvl7pPr lvl="6" algn="l">
              <a:lnSpc>
                <a:spcPct val="100000"/>
              </a:lnSpc>
              <a:spcBef>
                <a:spcPts val="900"/>
              </a:spcBef>
              <a:spcAft>
                <a:spcPts val="0"/>
              </a:spcAft>
              <a:buSzPts val="1100"/>
              <a:buNone/>
              <a:defRPr/>
            </a:lvl7pPr>
            <a:lvl8pPr lvl="7" algn="l">
              <a:lnSpc>
                <a:spcPct val="100000"/>
              </a:lnSpc>
              <a:spcBef>
                <a:spcPts val="900"/>
              </a:spcBef>
              <a:spcAft>
                <a:spcPts val="0"/>
              </a:spcAft>
              <a:buSzPts val="1100"/>
              <a:buNone/>
              <a:defRPr/>
            </a:lvl8pPr>
            <a:lvl9pPr lvl="8" algn="l">
              <a:lnSpc>
                <a:spcPct val="100000"/>
              </a:lnSpc>
              <a:spcBef>
                <a:spcPts val="900"/>
              </a:spcBef>
              <a:spcAft>
                <a:spcPts val="900"/>
              </a:spcAft>
              <a:buSzPts val="1100"/>
              <a:buNone/>
              <a:defRPr/>
            </a:lvl9pPr>
          </a:lstStyle>
          <a:p/>
        </p:txBody>
      </p:sp>
      <p:sp>
        <p:nvSpPr>
          <p:cNvPr id="57" name="Google Shape;57;p2"/>
          <p:cNvSpPr txBox="1"/>
          <p:nvPr>
            <p:ph type="title"/>
          </p:nvPr>
        </p:nvSpPr>
        <p:spPr>
          <a:xfrm>
            <a:off x="270000" y="3441850"/>
            <a:ext cx="6025200" cy="466800"/>
          </a:xfrm>
          <a:prstGeom prst="rect">
            <a:avLst/>
          </a:prstGeom>
          <a:noFill/>
          <a:ln>
            <a:noFill/>
          </a:ln>
        </p:spPr>
        <p:txBody>
          <a:bodyPr anchorCtr="0" anchor="b" bIns="68575" lIns="68575" spcFirstLastPara="1" rIns="68575" wrap="square" tIns="68575">
            <a:noAutofit/>
          </a:bodyPr>
          <a:lstStyle>
            <a:lvl1pPr lvl="0" algn="l">
              <a:lnSpc>
                <a:spcPct val="90000"/>
              </a:lnSpc>
              <a:spcBef>
                <a:spcPts val="0"/>
              </a:spcBef>
              <a:spcAft>
                <a:spcPts val="0"/>
              </a:spcAft>
              <a:buSzPts val="1100"/>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able of content">
  <p:cSld name="Table of content">
    <p:spTree>
      <p:nvGrpSpPr>
        <p:cNvPr id="58" name="Shape 58"/>
        <p:cNvGrpSpPr/>
        <p:nvPr/>
      </p:nvGrpSpPr>
      <p:grpSpPr>
        <a:xfrm>
          <a:off x="0" y="0"/>
          <a:ext cx="0" cy="0"/>
          <a:chOff x="0" y="0"/>
          <a:chExt cx="0" cy="0"/>
        </a:xfrm>
      </p:grpSpPr>
      <p:sp>
        <p:nvSpPr>
          <p:cNvPr id="59" name="Google Shape;59;p3"/>
          <p:cNvSpPr txBox="1"/>
          <p:nvPr>
            <p:ph type="title"/>
          </p:nvPr>
        </p:nvSpPr>
        <p:spPr>
          <a:xfrm>
            <a:off x="395289" y="571263"/>
            <a:ext cx="4908000" cy="2832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60" name="Google Shape;60;p3"/>
          <p:cNvSpPr txBox="1"/>
          <p:nvPr>
            <p:ph idx="1" type="body"/>
          </p:nvPr>
        </p:nvSpPr>
        <p:spPr>
          <a:xfrm>
            <a:off x="1115616" y="1393807"/>
            <a:ext cx="5982300" cy="375000"/>
          </a:xfrm>
          <a:prstGeom prst="rect">
            <a:avLst/>
          </a:prstGeom>
          <a:noFill/>
          <a:ln>
            <a:noFill/>
          </a:ln>
        </p:spPr>
        <p:txBody>
          <a:bodyPr anchorCtr="0" anchor="t" bIns="68575" lIns="68575" spcFirstLastPara="1" rIns="68575" wrap="square" tIns="68575">
            <a:noAutofit/>
          </a:bodyPr>
          <a:lstStyle>
            <a:lvl1pPr indent="-292100" lvl="0" marL="457200" marR="0" algn="l">
              <a:lnSpc>
                <a:spcPct val="100000"/>
              </a:lnSpc>
              <a:spcBef>
                <a:spcPts val="1800"/>
              </a:spcBef>
              <a:spcAft>
                <a:spcPts val="0"/>
              </a:spcAft>
              <a:buClr>
                <a:schemeClr val="dk2"/>
              </a:buClr>
              <a:buSzPts val="1000"/>
              <a:buFont typeface="Noto Sans Symbols"/>
              <a:buChar char="▶"/>
              <a:defRPr b="1" i="0" sz="1200" u="none" cap="none" strike="noStrike">
                <a:solidFill>
                  <a:schemeClr val="accent2"/>
                </a:solidFill>
                <a:latin typeface="Arial"/>
                <a:ea typeface="Arial"/>
                <a:cs typeface="Arial"/>
                <a:sym typeface="Arial"/>
              </a:defRPr>
            </a:lvl1pPr>
            <a:lvl2pPr indent="-279400" lvl="1" marL="914400" marR="0" algn="l">
              <a:lnSpc>
                <a:spcPct val="100000"/>
              </a:lnSpc>
              <a:spcBef>
                <a:spcPts val="200"/>
              </a:spcBef>
              <a:spcAft>
                <a:spcPts val="0"/>
              </a:spcAft>
              <a:buClr>
                <a:schemeClr val="lt1"/>
              </a:buClr>
              <a:buSzPts val="800"/>
              <a:buFont typeface="Arial"/>
              <a:buChar char="•"/>
              <a:defRPr b="0" i="1" sz="1100" u="none" cap="none" strike="noStrike">
                <a:solidFill>
                  <a:schemeClr val="accent2"/>
                </a:solidFill>
                <a:latin typeface="Arial"/>
                <a:ea typeface="Arial"/>
                <a:cs typeface="Arial"/>
                <a:sym typeface="Arial"/>
              </a:defRPr>
            </a:lvl2pPr>
            <a:lvl3pPr indent="-292100" lvl="2" marL="1371600" marR="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indent="-298450" lvl="3" marL="1828800" marR="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61" name="Google Shape;61;p3"/>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p:cSld name="Title and content">
    <p:spTree>
      <p:nvGrpSpPr>
        <p:cNvPr id="62" name="Shape 62"/>
        <p:cNvGrpSpPr/>
        <p:nvPr/>
      </p:nvGrpSpPr>
      <p:grpSpPr>
        <a:xfrm>
          <a:off x="0" y="0"/>
          <a:ext cx="0" cy="0"/>
          <a:chOff x="0" y="0"/>
          <a:chExt cx="0" cy="0"/>
        </a:xfrm>
      </p:grpSpPr>
      <p:sp>
        <p:nvSpPr>
          <p:cNvPr id="63" name="Google Shape;63;p4"/>
          <p:cNvSpPr txBox="1"/>
          <p:nvPr>
            <p:ph type="title"/>
          </p:nvPr>
        </p:nvSpPr>
        <p:spPr>
          <a:xfrm>
            <a:off x="270000" y="342739"/>
            <a:ext cx="4908000" cy="5115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64" name="Google Shape;64;p4"/>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65" name="Google Shape;65;p4"/>
          <p:cNvSpPr txBox="1"/>
          <p:nvPr>
            <p:ph idx="1" type="body"/>
          </p:nvPr>
        </p:nvSpPr>
        <p:spPr>
          <a:xfrm>
            <a:off x="270000" y="1393807"/>
            <a:ext cx="8604900" cy="796500"/>
          </a:xfrm>
          <a:prstGeom prst="rect">
            <a:avLst/>
          </a:prstGeom>
          <a:noFill/>
          <a:ln>
            <a:noFill/>
          </a:ln>
        </p:spPr>
        <p:txBody>
          <a:bodyPr anchorCtr="0" anchor="t" bIns="68575" lIns="68575" spcFirstLastPara="1" rIns="68575" wrap="square" tIns="68575">
            <a:noAutofit/>
          </a:bodyPr>
          <a:lstStyle>
            <a:lvl1pPr indent="-304800" lvl="0" marL="457200" marR="0" algn="l">
              <a:lnSpc>
                <a:spcPct val="100000"/>
              </a:lnSpc>
              <a:spcBef>
                <a:spcPts val="900"/>
              </a:spcBef>
              <a:spcAft>
                <a:spcPts val="0"/>
              </a:spcAft>
              <a:buClr>
                <a:schemeClr val="lt1"/>
              </a:buClr>
              <a:buSzPts val="1200"/>
              <a:buFont typeface="Arial"/>
              <a:buChar char="➢"/>
              <a:defRPr b="1" i="0" sz="1500" u="none" cap="none" strike="noStrike">
                <a:solidFill>
                  <a:schemeClr val="accent2"/>
                </a:solidFill>
                <a:latin typeface="Arial"/>
                <a:ea typeface="Arial"/>
                <a:cs typeface="Arial"/>
                <a:sym typeface="Arial"/>
              </a:defRPr>
            </a:lvl1pPr>
            <a:lvl2pPr indent="-298450" lvl="1" marL="914400" marR="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indent="-292100" lvl="2" marL="1371600" marR="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indent="-298450" lvl="3" marL="1828800" marR="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Tree>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d" showMasterSp="0">
  <p:cSld name="End">
    <p:spTree>
      <p:nvGrpSpPr>
        <p:cNvPr id="66" name="Shape 66"/>
        <p:cNvGrpSpPr/>
        <p:nvPr/>
      </p:nvGrpSpPr>
      <p:grpSpPr>
        <a:xfrm>
          <a:off x="0" y="0"/>
          <a:ext cx="0" cy="0"/>
          <a:chOff x="0" y="0"/>
          <a:chExt cx="0" cy="0"/>
        </a:xfrm>
      </p:grpSpPr>
      <p:grpSp>
        <p:nvGrpSpPr>
          <p:cNvPr id="67" name="Google Shape;67;p5"/>
          <p:cNvGrpSpPr/>
          <p:nvPr/>
        </p:nvGrpSpPr>
        <p:grpSpPr>
          <a:xfrm>
            <a:off x="3491848" y="1761792"/>
            <a:ext cx="2001388" cy="1349994"/>
            <a:chOff x="6819181" y="3305673"/>
            <a:chExt cx="1588529" cy="1071509"/>
          </a:xfrm>
        </p:grpSpPr>
        <p:sp>
          <p:nvSpPr>
            <p:cNvPr id="68" name="Google Shape;68;p5"/>
            <p:cNvSpPr/>
            <p:nvPr/>
          </p:nvSpPr>
          <p:spPr>
            <a:xfrm>
              <a:off x="6819181" y="3725285"/>
              <a:ext cx="1545070" cy="269001"/>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69" name="Google Shape;69;p5"/>
            <p:cNvSpPr/>
            <p:nvPr/>
          </p:nvSpPr>
          <p:spPr>
            <a:xfrm>
              <a:off x="6951808" y="3305673"/>
              <a:ext cx="1453654" cy="448835"/>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0" name="Google Shape;70;p5"/>
            <p:cNvSpPr/>
            <p:nvPr/>
          </p:nvSpPr>
          <p:spPr>
            <a:xfrm>
              <a:off x="6957803" y="4105933"/>
              <a:ext cx="59945" cy="113895"/>
            </a:xfrm>
            <a:custGeom>
              <a:rect b="b" l="l" r="r" t="t"/>
              <a:pathLst>
                <a:path extrusionOk="0" h="120000" w="120000">
                  <a:moveTo>
                    <a:pt x="49655"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0" y="43636"/>
                    <a:pt x="0" y="32727"/>
                  </a:cubicBezTo>
                  <a:cubicBezTo>
                    <a:pt x="0" y="13090"/>
                    <a:pt x="24827" y="0"/>
                    <a:pt x="66206" y="0"/>
                  </a:cubicBezTo>
                  <a:cubicBezTo>
                    <a:pt x="86896" y="0"/>
                    <a:pt x="99310" y="2181"/>
                    <a:pt x="111724" y="4363"/>
                  </a:cubicBezTo>
                  <a:cubicBezTo>
                    <a:pt x="103448" y="15272"/>
                    <a:pt x="103448" y="15272"/>
                    <a:pt x="103448" y="15272"/>
                  </a:cubicBezTo>
                  <a:cubicBezTo>
                    <a:pt x="95172" y="13090"/>
                    <a:pt x="82758" y="8727"/>
                    <a:pt x="66206" y="8727"/>
                  </a:cubicBezTo>
                  <a:cubicBezTo>
                    <a:pt x="45517" y="8727"/>
                    <a:pt x="28965" y="17454"/>
                    <a:pt x="28965" y="30545"/>
                  </a:cubicBezTo>
                  <a:cubicBezTo>
                    <a:pt x="28965" y="41454"/>
                    <a:pt x="49655" y="48000"/>
                    <a:pt x="66206" y="52363"/>
                  </a:cubicBezTo>
                  <a:cubicBezTo>
                    <a:pt x="111724" y="61090"/>
                    <a:pt x="120000" y="74181"/>
                    <a:pt x="120000" y="85090"/>
                  </a:cubicBezTo>
                  <a:cubicBezTo>
                    <a:pt x="120000" y="104727"/>
                    <a:pt x="91034" y="120000"/>
                    <a:pt x="49655"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1" name="Google Shape;71;p5"/>
            <p:cNvSpPr/>
            <p:nvPr/>
          </p:nvSpPr>
          <p:spPr>
            <a:xfrm>
              <a:off x="7042474" y="4105933"/>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2" name="Google Shape;72;p5"/>
            <p:cNvSpPr/>
            <p:nvPr/>
          </p:nvSpPr>
          <p:spPr>
            <a:xfrm>
              <a:off x="7170606" y="4105933"/>
              <a:ext cx="8841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3" name="Google Shape;73;p5"/>
            <p:cNvSpPr/>
            <p:nvPr/>
          </p:nvSpPr>
          <p:spPr>
            <a:xfrm>
              <a:off x="7282252" y="4105933"/>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4" name="Google Shape;74;p5"/>
            <p:cNvSpPr/>
            <p:nvPr/>
          </p:nvSpPr>
          <p:spPr>
            <a:xfrm>
              <a:off x="7368423" y="4105933"/>
              <a:ext cx="58446" cy="111647"/>
            </a:xfrm>
            <a:custGeom>
              <a:rect b="b" l="l" r="r" t="t"/>
              <a:pathLst>
                <a:path extrusionOk="0" h="120000" w="120000">
                  <a:moveTo>
                    <a:pt x="76923" y="11275"/>
                  </a:moveTo>
                  <a:lnTo>
                    <a:pt x="76923" y="120000"/>
                  </a:lnTo>
                  <a:lnTo>
                    <a:pt x="47692" y="120000"/>
                  </a:lnTo>
                  <a:lnTo>
                    <a:pt x="47692" y="11275"/>
                  </a:lnTo>
                  <a:lnTo>
                    <a:pt x="0" y="11275"/>
                  </a:lnTo>
                  <a:lnTo>
                    <a:pt x="0" y="0"/>
                  </a:lnTo>
                  <a:lnTo>
                    <a:pt x="120000" y="0"/>
                  </a:lnTo>
                  <a:lnTo>
                    <a:pt x="120000" y="11275"/>
                  </a:lnTo>
                  <a:lnTo>
                    <a:pt x="76923"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5" name="Google Shape;75;p5"/>
            <p:cNvSpPr/>
            <p:nvPr/>
          </p:nvSpPr>
          <p:spPr>
            <a:xfrm>
              <a:off x="7496554" y="4105933"/>
              <a:ext cx="59945" cy="111647"/>
            </a:xfrm>
            <a:custGeom>
              <a:rect b="b" l="l" r="r" t="t"/>
              <a:pathLst>
                <a:path extrusionOk="0" h="120000" w="120000">
                  <a:moveTo>
                    <a:pt x="75000" y="11275"/>
                  </a:moveTo>
                  <a:lnTo>
                    <a:pt x="75000" y="120000"/>
                  </a:lnTo>
                  <a:lnTo>
                    <a:pt x="46500" y="120000"/>
                  </a:lnTo>
                  <a:lnTo>
                    <a:pt x="465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6" name="Google Shape;76;p5"/>
            <p:cNvSpPr/>
            <p:nvPr/>
          </p:nvSpPr>
          <p:spPr>
            <a:xfrm>
              <a:off x="7581226" y="4105933"/>
              <a:ext cx="51702" cy="111647"/>
            </a:xfrm>
            <a:custGeom>
              <a:rect b="b" l="l" r="r" t="t"/>
              <a:pathLst>
                <a:path extrusionOk="0" h="120000" w="120000">
                  <a:moveTo>
                    <a:pt x="0" y="120000"/>
                  </a:moveTo>
                  <a:lnTo>
                    <a:pt x="0" y="0"/>
                  </a:lnTo>
                  <a:lnTo>
                    <a:pt x="120000" y="0"/>
                  </a:lnTo>
                  <a:lnTo>
                    <a:pt x="120000" y="11275"/>
                  </a:lnTo>
                  <a:lnTo>
                    <a:pt x="34782" y="11275"/>
                  </a:lnTo>
                  <a:lnTo>
                    <a:pt x="34782" y="53154"/>
                  </a:lnTo>
                  <a:lnTo>
                    <a:pt x="111304" y="53154"/>
                  </a:lnTo>
                  <a:lnTo>
                    <a:pt x="111304" y="64429"/>
                  </a:lnTo>
                  <a:lnTo>
                    <a:pt x="34782" y="64429"/>
                  </a:lnTo>
                  <a:lnTo>
                    <a:pt x="34782"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7" name="Google Shape;77;p5"/>
            <p:cNvSpPr/>
            <p:nvPr/>
          </p:nvSpPr>
          <p:spPr>
            <a:xfrm>
              <a:off x="7656156" y="4105933"/>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8" name="Google Shape;78;p5"/>
            <p:cNvSpPr/>
            <p:nvPr/>
          </p:nvSpPr>
          <p:spPr>
            <a:xfrm>
              <a:off x="7744574" y="4105933"/>
              <a:ext cx="70435" cy="111647"/>
            </a:xfrm>
            <a:custGeom>
              <a:rect b="b" l="l" r="r" t="t"/>
              <a:pathLst>
                <a:path extrusionOk="0" h="120000" w="120000">
                  <a:moveTo>
                    <a:pt x="95744" y="120000"/>
                  </a:moveTo>
                  <a:lnTo>
                    <a:pt x="95744" y="64429"/>
                  </a:lnTo>
                  <a:lnTo>
                    <a:pt x="24255" y="64429"/>
                  </a:lnTo>
                  <a:lnTo>
                    <a:pt x="24255" y="120000"/>
                  </a:lnTo>
                  <a:lnTo>
                    <a:pt x="0" y="120000"/>
                  </a:lnTo>
                  <a:lnTo>
                    <a:pt x="0" y="0"/>
                  </a:lnTo>
                  <a:lnTo>
                    <a:pt x="24255" y="0"/>
                  </a:lnTo>
                  <a:lnTo>
                    <a:pt x="24255" y="53154"/>
                  </a:lnTo>
                  <a:lnTo>
                    <a:pt x="95744" y="53154"/>
                  </a:lnTo>
                  <a:lnTo>
                    <a:pt x="95744" y="0"/>
                  </a:lnTo>
                  <a:lnTo>
                    <a:pt x="120000" y="0"/>
                  </a:lnTo>
                  <a:lnTo>
                    <a:pt x="120000" y="120000"/>
                  </a:lnTo>
                  <a:lnTo>
                    <a:pt x="95744"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79" name="Google Shape;79;p5"/>
            <p:cNvSpPr/>
            <p:nvPr/>
          </p:nvSpPr>
          <p:spPr>
            <a:xfrm>
              <a:off x="7847979" y="4105933"/>
              <a:ext cx="80176" cy="111647"/>
            </a:xfrm>
            <a:custGeom>
              <a:rect b="b" l="l" r="r" t="t"/>
              <a:pathLst>
                <a:path extrusionOk="0" h="120000" w="120000">
                  <a:moveTo>
                    <a:pt x="101538" y="120000"/>
                  </a:moveTo>
                  <a:cubicBezTo>
                    <a:pt x="30769" y="33333"/>
                    <a:pt x="30769" y="33333"/>
                    <a:pt x="30769" y="33333"/>
                  </a:cubicBezTo>
                  <a:cubicBezTo>
                    <a:pt x="24615" y="24444"/>
                    <a:pt x="18461" y="17777"/>
                    <a:pt x="18461" y="17777"/>
                  </a:cubicBezTo>
                  <a:cubicBezTo>
                    <a:pt x="18461" y="17777"/>
                    <a:pt x="18461" y="17777"/>
                    <a:pt x="18461" y="17777"/>
                  </a:cubicBezTo>
                  <a:cubicBezTo>
                    <a:pt x="18461" y="17777"/>
                    <a:pt x="18461" y="26666"/>
                    <a:pt x="18461" y="33333"/>
                  </a:cubicBezTo>
                  <a:cubicBezTo>
                    <a:pt x="18461" y="120000"/>
                    <a:pt x="18461" y="120000"/>
                    <a:pt x="18461" y="120000"/>
                  </a:cubicBezTo>
                  <a:cubicBezTo>
                    <a:pt x="0" y="120000"/>
                    <a:pt x="0" y="120000"/>
                    <a:pt x="0" y="120000"/>
                  </a:cubicBezTo>
                  <a:cubicBezTo>
                    <a:pt x="0" y="0"/>
                    <a:pt x="0" y="0"/>
                    <a:pt x="0" y="0"/>
                  </a:cubicBezTo>
                  <a:cubicBezTo>
                    <a:pt x="24615" y="0"/>
                    <a:pt x="24615" y="0"/>
                    <a:pt x="24615" y="0"/>
                  </a:cubicBezTo>
                  <a:cubicBezTo>
                    <a:pt x="92307" y="84444"/>
                    <a:pt x="92307" y="84444"/>
                    <a:pt x="92307" y="84444"/>
                  </a:cubicBezTo>
                  <a:cubicBezTo>
                    <a:pt x="98461" y="91111"/>
                    <a:pt x="101538" y="97777"/>
                    <a:pt x="101538" y="97777"/>
                  </a:cubicBezTo>
                  <a:cubicBezTo>
                    <a:pt x="101538" y="97777"/>
                    <a:pt x="101538" y="97777"/>
                    <a:pt x="101538" y="97777"/>
                  </a:cubicBezTo>
                  <a:cubicBezTo>
                    <a:pt x="101538" y="97777"/>
                    <a:pt x="101538" y="91111"/>
                    <a:pt x="101538" y="84444"/>
                  </a:cubicBezTo>
                  <a:cubicBezTo>
                    <a:pt x="101538" y="0"/>
                    <a:pt x="101538" y="0"/>
                    <a:pt x="101538" y="0"/>
                  </a:cubicBezTo>
                  <a:cubicBezTo>
                    <a:pt x="120000" y="0"/>
                    <a:pt x="120000" y="0"/>
                    <a:pt x="120000" y="0"/>
                  </a:cubicBezTo>
                  <a:cubicBezTo>
                    <a:pt x="120000" y="120000"/>
                    <a:pt x="120000" y="120000"/>
                    <a:pt x="120000" y="120000"/>
                  </a:cubicBezTo>
                  <a:lnTo>
                    <a:pt x="101538"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0" name="Google Shape;80;p5"/>
            <p:cNvSpPr/>
            <p:nvPr/>
          </p:nvSpPr>
          <p:spPr>
            <a:xfrm>
              <a:off x="7957377" y="4105933"/>
              <a:ext cx="80925" cy="113895"/>
            </a:xfrm>
            <a:custGeom>
              <a:rect b="b" l="l" r="r" t="t"/>
              <a:pathLst>
                <a:path extrusionOk="0" h="120000" w="120000">
                  <a:moveTo>
                    <a:pt x="58461" y="120000"/>
                  </a:moveTo>
                  <a:cubicBezTo>
                    <a:pt x="15384" y="120000"/>
                    <a:pt x="0" y="93818"/>
                    <a:pt x="0" y="58909"/>
                  </a:cubicBezTo>
                  <a:cubicBezTo>
                    <a:pt x="0" y="26181"/>
                    <a:pt x="15384" y="0"/>
                    <a:pt x="58461" y="0"/>
                  </a:cubicBezTo>
                  <a:cubicBezTo>
                    <a:pt x="101538" y="0"/>
                    <a:pt x="120000" y="26181"/>
                    <a:pt x="120000" y="58909"/>
                  </a:cubicBezTo>
                  <a:cubicBezTo>
                    <a:pt x="120000" y="93818"/>
                    <a:pt x="101538" y="120000"/>
                    <a:pt x="58461" y="120000"/>
                  </a:cubicBezTo>
                  <a:close/>
                  <a:moveTo>
                    <a:pt x="58461" y="8727"/>
                  </a:moveTo>
                  <a:cubicBezTo>
                    <a:pt x="27692" y="8727"/>
                    <a:pt x="21538" y="34909"/>
                    <a:pt x="21538" y="58909"/>
                  </a:cubicBezTo>
                  <a:cubicBezTo>
                    <a:pt x="21538" y="82909"/>
                    <a:pt x="27692" y="106909"/>
                    <a:pt x="58461" y="106909"/>
                  </a:cubicBezTo>
                  <a:cubicBezTo>
                    <a:pt x="89230" y="106909"/>
                    <a:pt x="95384" y="82909"/>
                    <a:pt x="95384" y="58909"/>
                  </a:cubicBezTo>
                  <a:cubicBezTo>
                    <a:pt x="95384" y="34909"/>
                    <a:pt x="89230" y="8727"/>
                    <a:pt x="58461"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1" name="Google Shape;81;p5"/>
            <p:cNvSpPr/>
            <p:nvPr/>
          </p:nvSpPr>
          <p:spPr>
            <a:xfrm>
              <a:off x="8066776" y="4105933"/>
              <a:ext cx="47956" cy="111647"/>
            </a:xfrm>
            <a:custGeom>
              <a:rect b="b" l="l" r="r" t="t"/>
              <a:pathLst>
                <a:path extrusionOk="0" h="120000" w="120000">
                  <a:moveTo>
                    <a:pt x="0" y="120000"/>
                  </a:moveTo>
                  <a:lnTo>
                    <a:pt x="0" y="0"/>
                  </a:lnTo>
                  <a:lnTo>
                    <a:pt x="35625" y="0"/>
                  </a:lnTo>
                  <a:lnTo>
                    <a:pt x="35625"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2" name="Google Shape;82;p5"/>
            <p:cNvSpPr/>
            <p:nvPr/>
          </p:nvSpPr>
          <p:spPr>
            <a:xfrm>
              <a:off x="8132715" y="4105933"/>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3" name="Google Shape;83;p5"/>
            <p:cNvSpPr/>
            <p:nvPr/>
          </p:nvSpPr>
          <p:spPr>
            <a:xfrm>
              <a:off x="8238367" y="4105933"/>
              <a:ext cx="74182" cy="113895"/>
            </a:xfrm>
            <a:custGeom>
              <a:rect b="b" l="l" r="r" t="t"/>
              <a:pathLst>
                <a:path extrusionOk="0" h="120000" w="120000">
                  <a:moveTo>
                    <a:pt x="73333" y="120000"/>
                  </a:moveTo>
                  <a:cubicBezTo>
                    <a:pt x="33333" y="120000"/>
                    <a:pt x="0" y="100363"/>
                    <a:pt x="0" y="58909"/>
                  </a:cubicBezTo>
                  <a:cubicBezTo>
                    <a:pt x="0" y="19636"/>
                    <a:pt x="33333" y="0"/>
                    <a:pt x="73333" y="0"/>
                  </a:cubicBezTo>
                  <a:cubicBezTo>
                    <a:pt x="93333" y="0"/>
                    <a:pt x="106666" y="2181"/>
                    <a:pt x="116666" y="4363"/>
                  </a:cubicBezTo>
                  <a:cubicBezTo>
                    <a:pt x="110000" y="15272"/>
                    <a:pt x="110000" y="15272"/>
                    <a:pt x="110000" y="15272"/>
                  </a:cubicBezTo>
                  <a:cubicBezTo>
                    <a:pt x="103333" y="13090"/>
                    <a:pt x="93333" y="10909"/>
                    <a:pt x="76666" y="10909"/>
                  </a:cubicBezTo>
                  <a:cubicBezTo>
                    <a:pt x="43333" y="10909"/>
                    <a:pt x="23333" y="26181"/>
                    <a:pt x="23333" y="58909"/>
                  </a:cubicBezTo>
                  <a:cubicBezTo>
                    <a:pt x="23333" y="91636"/>
                    <a:pt x="46666" y="109090"/>
                    <a:pt x="73333" y="109090"/>
                  </a:cubicBezTo>
                  <a:cubicBezTo>
                    <a:pt x="86666" y="109090"/>
                    <a:pt x="93333" y="106909"/>
                    <a:pt x="96666" y="106909"/>
                  </a:cubicBezTo>
                  <a:cubicBezTo>
                    <a:pt x="96666" y="61090"/>
                    <a:pt x="96666" y="61090"/>
                    <a:pt x="96666" y="61090"/>
                  </a:cubicBezTo>
                  <a:cubicBezTo>
                    <a:pt x="66666" y="61090"/>
                    <a:pt x="66666" y="61090"/>
                    <a:pt x="66666" y="61090"/>
                  </a:cubicBezTo>
                  <a:cubicBezTo>
                    <a:pt x="66666" y="52363"/>
                    <a:pt x="66666" y="52363"/>
                    <a:pt x="66666" y="52363"/>
                  </a:cubicBezTo>
                  <a:cubicBezTo>
                    <a:pt x="120000" y="52363"/>
                    <a:pt x="120000" y="52363"/>
                    <a:pt x="120000" y="52363"/>
                  </a:cubicBezTo>
                  <a:cubicBezTo>
                    <a:pt x="120000" y="113454"/>
                    <a:pt x="120000" y="113454"/>
                    <a:pt x="120000" y="113454"/>
                  </a:cubicBezTo>
                  <a:cubicBezTo>
                    <a:pt x="110000" y="117818"/>
                    <a:pt x="96666" y="120000"/>
                    <a:pt x="7333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4" name="Google Shape;84;p5"/>
            <p:cNvSpPr/>
            <p:nvPr/>
          </p:nvSpPr>
          <p:spPr>
            <a:xfrm>
              <a:off x="8331281" y="4105933"/>
              <a:ext cx="76429" cy="111647"/>
            </a:xfrm>
            <a:custGeom>
              <a:rect b="b" l="l" r="r" t="t"/>
              <a:pathLst>
                <a:path extrusionOk="0" h="120000" w="120000">
                  <a:moveTo>
                    <a:pt x="71764" y="66845"/>
                  </a:moveTo>
                  <a:lnTo>
                    <a:pt x="71764" y="120000"/>
                  </a:lnTo>
                  <a:lnTo>
                    <a:pt x="48235" y="120000"/>
                  </a:lnTo>
                  <a:lnTo>
                    <a:pt x="48235" y="66845"/>
                  </a:lnTo>
                  <a:lnTo>
                    <a:pt x="0" y="0"/>
                  </a:lnTo>
                  <a:lnTo>
                    <a:pt x="25882" y="0"/>
                  </a:lnTo>
                  <a:lnTo>
                    <a:pt x="61176" y="55570"/>
                  </a:lnTo>
                  <a:lnTo>
                    <a:pt x="61176" y="55570"/>
                  </a:lnTo>
                  <a:lnTo>
                    <a:pt x="97647" y="0"/>
                  </a:lnTo>
                  <a:lnTo>
                    <a:pt x="120000" y="0"/>
                  </a:lnTo>
                  <a:lnTo>
                    <a:pt x="71764" y="6684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5" name="Google Shape;85;p5"/>
            <p:cNvSpPr/>
            <p:nvPr/>
          </p:nvSpPr>
          <p:spPr>
            <a:xfrm>
              <a:off x="6963797" y="4263287"/>
              <a:ext cx="49454" cy="111647"/>
            </a:xfrm>
            <a:custGeom>
              <a:rect b="b" l="l" r="r" t="t"/>
              <a:pathLst>
                <a:path extrusionOk="0" h="120000" w="120000">
                  <a:moveTo>
                    <a:pt x="34545" y="11275"/>
                  </a:moveTo>
                  <a:lnTo>
                    <a:pt x="34545" y="53154"/>
                  </a:lnTo>
                  <a:lnTo>
                    <a:pt x="116363" y="53154"/>
                  </a:lnTo>
                  <a:lnTo>
                    <a:pt x="116363" y="64429"/>
                  </a:lnTo>
                  <a:lnTo>
                    <a:pt x="34545" y="64429"/>
                  </a:lnTo>
                  <a:lnTo>
                    <a:pt x="34545" y="120000"/>
                  </a:lnTo>
                  <a:lnTo>
                    <a:pt x="0" y="120000"/>
                  </a:lnTo>
                  <a:lnTo>
                    <a:pt x="0" y="0"/>
                  </a:lnTo>
                  <a:lnTo>
                    <a:pt x="120000" y="0"/>
                  </a:lnTo>
                  <a:lnTo>
                    <a:pt x="120000" y="11275"/>
                  </a:lnTo>
                  <a:lnTo>
                    <a:pt x="34545"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6" name="Google Shape;86;p5"/>
            <p:cNvSpPr/>
            <p:nvPr/>
          </p:nvSpPr>
          <p:spPr>
            <a:xfrm>
              <a:off x="7040226" y="4263287"/>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7" name="Google Shape;87;p5"/>
            <p:cNvSpPr/>
            <p:nvPr/>
          </p:nvSpPr>
          <p:spPr>
            <a:xfrm>
              <a:off x="7154121"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8" name="Google Shape;88;p5"/>
            <p:cNvSpPr/>
            <p:nvPr/>
          </p:nvSpPr>
          <p:spPr>
            <a:xfrm>
              <a:off x="7302484" y="4263287"/>
              <a:ext cx="59945" cy="113895"/>
            </a:xfrm>
            <a:custGeom>
              <a:rect b="b" l="l" r="r" t="t"/>
              <a:pathLst>
                <a:path extrusionOk="0" h="120000" w="120000">
                  <a:moveTo>
                    <a:pt x="53793"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4137" y="43636"/>
                    <a:pt x="4137" y="32727"/>
                  </a:cubicBezTo>
                  <a:cubicBezTo>
                    <a:pt x="4137" y="13090"/>
                    <a:pt x="24827" y="0"/>
                    <a:pt x="66206" y="0"/>
                  </a:cubicBezTo>
                  <a:cubicBezTo>
                    <a:pt x="86896" y="0"/>
                    <a:pt x="99310" y="2181"/>
                    <a:pt x="111724" y="4363"/>
                  </a:cubicBezTo>
                  <a:cubicBezTo>
                    <a:pt x="103448" y="15272"/>
                    <a:pt x="103448" y="15272"/>
                    <a:pt x="103448" y="15272"/>
                  </a:cubicBezTo>
                  <a:cubicBezTo>
                    <a:pt x="95172" y="13090"/>
                    <a:pt x="82758" y="8727"/>
                    <a:pt x="70344" y="8727"/>
                  </a:cubicBezTo>
                  <a:cubicBezTo>
                    <a:pt x="45517" y="8727"/>
                    <a:pt x="33103" y="17454"/>
                    <a:pt x="33103" y="30545"/>
                  </a:cubicBezTo>
                  <a:cubicBezTo>
                    <a:pt x="33103" y="41454"/>
                    <a:pt x="49655" y="48000"/>
                    <a:pt x="70344" y="52363"/>
                  </a:cubicBezTo>
                  <a:cubicBezTo>
                    <a:pt x="111724" y="61090"/>
                    <a:pt x="120000" y="74181"/>
                    <a:pt x="120000" y="85090"/>
                  </a:cubicBezTo>
                  <a:cubicBezTo>
                    <a:pt x="120000" y="104727"/>
                    <a:pt x="91034" y="120000"/>
                    <a:pt x="5379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89" name="Google Shape;89;p5"/>
            <p:cNvSpPr/>
            <p:nvPr/>
          </p:nvSpPr>
          <p:spPr>
            <a:xfrm>
              <a:off x="7391651" y="4263287"/>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0" name="Google Shape;90;p5"/>
            <p:cNvSpPr/>
            <p:nvPr/>
          </p:nvSpPr>
          <p:spPr>
            <a:xfrm>
              <a:off x="7523529" y="4263287"/>
              <a:ext cx="8916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58604" y="20000"/>
                    <a:pt x="58604" y="15555"/>
                    <a:pt x="58604" y="15555"/>
                  </a:cubicBezTo>
                  <a:cubicBezTo>
                    <a:pt x="58604" y="15555"/>
                    <a:pt x="58604" y="15555"/>
                    <a:pt x="58604" y="15555"/>
                  </a:cubicBezTo>
                  <a:cubicBezTo>
                    <a:pt x="58604" y="15555"/>
                    <a:pt x="58604" y="20000"/>
                    <a:pt x="5302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1" name="Google Shape;91;p5"/>
            <p:cNvSpPr/>
            <p:nvPr/>
          </p:nvSpPr>
          <p:spPr>
            <a:xfrm>
              <a:off x="7639671" y="4263287"/>
              <a:ext cx="68187" cy="111647"/>
            </a:xfrm>
            <a:custGeom>
              <a:rect b="b" l="l" r="r" t="t"/>
              <a:pathLst>
                <a:path extrusionOk="0" h="120000" w="120000">
                  <a:moveTo>
                    <a:pt x="90909"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47272" y="0"/>
                  </a:cubicBezTo>
                  <a:cubicBezTo>
                    <a:pt x="94545" y="0"/>
                    <a:pt x="116363" y="11111"/>
                    <a:pt x="116363" y="33333"/>
                  </a:cubicBezTo>
                  <a:cubicBezTo>
                    <a:pt x="116363" y="55555"/>
                    <a:pt x="90909" y="66666"/>
                    <a:pt x="58181" y="66666"/>
                  </a:cubicBezTo>
                  <a:cubicBezTo>
                    <a:pt x="58181" y="66666"/>
                    <a:pt x="58181" y="66666"/>
                    <a:pt x="58181" y="66666"/>
                  </a:cubicBezTo>
                  <a:cubicBezTo>
                    <a:pt x="120000" y="120000"/>
                    <a:pt x="120000" y="120000"/>
                    <a:pt x="120000" y="120000"/>
                  </a:cubicBezTo>
                  <a:lnTo>
                    <a:pt x="90909" y="120000"/>
                  </a:lnTo>
                  <a:close/>
                  <a:moveTo>
                    <a:pt x="47272"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2" name="Google Shape;92;p5"/>
            <p:cNvSpPr/>
            <p:nvPr/>
          </p:nvSpPr>
          <p:spPr>
            <a:xfrm>
              <a:off x="7728090" y="4263287"/>
              <a:ext cx="59945" cy="111647"/>
            </a:xfrm>
            <a:custGeom>
              <a:rect b="b" l="l" r="r" t="t"/>
              <a:pathLst>
                <a:path extrusionOk="0" h="120000" w="120000">
                  <a:moveTo>
                    <a:pt x="75000" y="11275"/>
                  </a:moveTo>
                  <a:lnTo>
                    <a:pt x="75000" y="120000"/>
                  </a:lnTo>
                  <a:lnTo>
                    <a:pt x="45000" y="120000"/>
                  </a:lnTo>
                  <a:lnTo>
                    <a:pt x="450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3" name="Google Shape;93;p5"/>
            <p:cNvSpPr/>
            <p:nvPr/>
          </p:nvSpPr>
          <p:spPr>
            <a:xfrm>
              <a:off x="7817257" y="4263287"/>
              <a:ext cx="51702" cy="111647"/>
            </a:xfrm>
            <a:custGeom>
              <a:rect b="b" l="l" r="r" t="t"/>
              <a:pathLst>
                <a:path extrusionOk="0" h="120000" w="120000">
                  <a:moveTo>
                    <a:pt x="0" y="120000"/>
                  </a:moveTo>
                  <a:lnTo>
                    <a:pt x="0" y="0"/>
                  </a:lnTo>
                  <a:lnTo>
                    <a:pt x="120000" y="0"/>
                  </a:lnTo>
                  <a:lnTo>
                    <a:pt x="120000" y="11275"/>
                  </a:lnTo>
                  <a:lnTo>
                    <a:pt x="33043" y="11275"/>
                  </a:lnTo>
                  <a:lnTo>
                    <a:pt x="33043" y="53154"/>
                  </a:lnTo>
                  <a:lnTo>
                    <a:pt x="109565" y="53154"/>
                  </a:lnTo>
                  <a:lnTo>
                    <a:pt x="109565" y="64429"/>
                  </a:lnTo>
                  <a:lnTo>
                    <a:pt x="33043" y="64429"/>
                  </a:lnTo>
                  <a:lnTo>
                    <a:pt x="33043"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4" name="Google Shape;94;p5"/>
            <p:cNvSpPr/>
            <p:nvPr/>
          </p:nvSpPr>
          <p:spPr>
            <a:xfrm>
              <a:off x="7901929"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5" name="Google Shape;95;p5"/>
            <p:cNvSpPr/>
            <p:nvPr/>
          </p:nvSpPr>
          <p:spPr>
            <a:xfrm>
              <a:off x="8052539" y="4263287"/>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6" name="Google Shape;96;p5"/>
            <p:cNvSpPr/>
            <p:nvPr/>
          </p:nvSpPr>
          <p:spPr>
            <a:xfrm>
              <a:off x="8134963" y="4263287"/>
              <a:ext cx="89168" cy="111647"/>
            </a:xfrm>
            <a:custGeom>
              <a:rect b="b" l="l" r="r" t="t"/>
              <a:pathLst>
                <a:path extrusionOk="0" h="120000" w="120000">
                  <a:moveTo>
                    <a:pt x="100465"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100465"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7" name="Google Shape;97;p5"/>
            <p:cNvSpPr/>
            <p:nvPr/>
          </p:nvSpPr>
          <p:spPr>
            <a:xfrm>
              <a:off x="8250356" y="4263287"/>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8" name="Google Shape;98;p5"/>
            <p:cNvSpPr/>
            <p:nvPr/>
          </p:nvSpPr>
          <p:spPr>
            <a:xfrm>
              <a:off x="8345518" y="4263287"/>
              <a:ext cx="57697" cy="113895"/>
            </a:xfrm>
            <a:custGeom>
              <a:rect b="b" l="l" r="r" t="t"/>
              <a:pathLst>
                <a:path extrusionOk="0" h="120000" w="120000">
                  <a:moveTo>
                    <a:pt x="51428" y="120000"/>
                  </a:moveTo>
                  <a:cubicBezTo>
                    <a:pt x="25714" y="120000"/>
                    <a:pt x="8571" y="117818"/>
                    <a:pt x="0" y="113454"/>
                  </a:cubicBezTo>
                  <a:cubicBezTo>
                    <a:pt x="4285" y="102545"/>
                    <a:pt x="4285" y="102545"/>
                    <a:pt x="4285" y="102545"/>
                  </a:cubicBezTo>
                  <a:cubicBezTo>
                    <a:pt x="12857" y="104727"/>
                    <a:pt x="29999" y="106909"/>
                    <a:pt x="47142" y="106909"/>
                  </a:cubicBezTo>
                  <a:cubicBezTo>
                    <a:pt x="72857" y="106909"/>
                    <a:pt x="89999" y="98181"/>
                    <a:pt x="89999" y="85090"/>
                  </a:cubicBezTo>
                  <a:cubicBezTo>
                    <a:pt x="89999" y="74181"/>
                    <a:pt x="77142" y="69818"/>
                    <a:pt x="47142" y="63272"/>
                  </a:cubicBezTo>
                  <a:cubicBezTo>
                    <a:pt x="12857" y="54545"/>
                    <a:pt x="0" y="43636"/>
                    <a:pt x="0" y="32727"/>
                  </a:cubicBezTo>
                  <a:cubicBezTo>
                    <a:pt x="0" y="13090"/>
                    <a:pt x="25714" y="0"/>
                    <a:pt x="64285" y="0"/>
                  </a:cubicBezTo>
                  <a:cubicBezTo>
                    <a:pt x="85714" y="0"/>
                    <a:pt x="102857" y="2181"/>
                    <a:pt x="111428" y="4363"/>
                  </a:cubicBezTo>
                  <a:cubicBezTo>
                    <a:pt x="107142" y="15272"/>
                    <a:pt x="107142" y="15272"/>
                    <a:pt x="107142" y="15272"/>
                  </a:cubicBezTo>
                  <a:cubicBezTo>
                    <a:pt x="98571" y="13090"/>
                    <a:pt x="85714" y="8727"/>
                    <a:pt x="68571" y="8727"/>
                  </a:cubicBezTo>
                  <a:cubicBezTo>
                    <a:pt x="42857" y="8727"/>
                    <a:pt x="29999" y="17454"/>
                    <a:pt x="29999" y="30545"/>
                  </a:cubicBezTo>
                  <a:cubicBezTo>
                    <a:pt x="29999" y="41454"/>
                    <a:pt x="47142" y="48000"/>
                    <a:pt x="68571" y="52363"/>
                  </a:cubicBezTo>
                  <a:cubicBezTo>
                    <a:pt x="115714" y="61090"/>
                    <a:pt x="119999" y="74181"/>
                    <a:pt x="119999" y="85090"/>
                  </a:cubicBezTo>
                  <a:cubicBezTo>
                    <a:pt x="119999" y="104727"/>
                    <a:pt x="89999" y="120000"/>
                    <a:pt x="51428"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Tree>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ver with picture + pole">
  <p:cSld name="Cover with picture + pole">
    <p:spTree>
      <p:nvGrpSpPr>
        <p:cNvPr id="99" name="Shape 99"/>
        <p:cNvGrpSpPr/>
        <p:nvPr/>
      </p:nvGrpSpPr>
      <p:grpSpPr>
        <a:xfrm>
          <a:off x="0" y="0"/>
          <a:ext cx="0" cy="0"/>
          <a:chOff x="0" y="0"/>
          <a:chExt cx="0" cy="0"/>
        </a:xfrm>
      </p:grpSpPr>
      <p:sp>
        <p:nvSpPr>
          <p:cNvPr id="100" name="Google Shape;100;p6"/>
          <p:cNvSpPr/>
          <p:nvPr/>
        </p:nvSpPr>
        <p:spPr>
          <a:xfrm>
            <a:off x="0" y="0"/>
            <a:ext cx="9144000" cy="1977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1" name="Google Shape;101;p6"/>
          <p:cNvSpPr/>
          <p:nvPr>
            <p:ph idx="2" type="pic"/>
          </p:nvPr>
        </p:nvSpPr>
        <p:spPr>
          <a:xfrm>
            <a:off x="270000" y="411510"/>
            <a:ext cx="5506200" cy="2646000"/>
          </a:xfrm>
          <a:prstGeom prst="rect">
            <a:avLst/>
          </a:prstGeom>
          <a:solidFill>
            <a:schemeClr val="accent1"/>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grpSp>
        <p:nvGrpSpPr>
          <p:cNvPr id="102" name="Google Shape;102;p6"/>
          <p:cNvGrpSpPr/>
          <p:nvPr/>
        </p:nvGrpSpPr>
        <p:grpSpPr>
          <a:xfrm>
            <a:off x="7683503" y="270000"/>
            <a:ext cx="1191397" cy="803632"/>
            <a:chOff x="6819181" y="3305673"/>
            <a:chExt cx="1588529" cy="1071509"/>
          </a:xfrm>
        </p:grpSpPr>
        <p:sp>
          <p:nvSpPr>
            <p:cNvPr id="103" name="Google Shape;103;p6"/>
            <p:cNvSpPr/>
            <p:nvPr/>
          </p:nvSpPr>
          <p:spPr>
            <a:xfrm>
              <a:off x="6819181" y="3725285"/>
              <a:ext cx="1545070" cy="269001"/>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4" name="Google Shape;104;p6"/>
            <p:cNvSpPr/>
            <p:nvPr/>
          </p:nvSpPr>
          <p:spPr>
            <a:xfrm>
              <a:off x="6951808" y="3305673"/>
              <a:ext cx="1453654" cy="448835"/>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5" name="Google Shape;105;p6"/>
            <p:cNvSpPr/>
            <p:nvPr/>
          </p:nvSpPr>
          <p:spPr>
            <a:xfrm>
              <a:off x="6957803" y="4105933"/>
              <a:ext cx="59945" cy="113895"/>
            </a:xfrm>
            <a:custGeom>
              <a:rect b="b" l="l" r="r" t="t"/>
              <a:pathLst>
                <a:path extrusionOk="0" h="120000" w="120000">
                  <a:moveTo>
                    <a:pt x="49655"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0" y="43636"/>
                    <a:pt x="0" y="32727"/>
                  </a:cubicBezTo>
                  <a:cubicBezTo>
                    <a:pt x="0" y="13090"/>
                    <a:pt x="24827" y="0"/>
                    <a:pt x="66206" y="0"/>
                  </a:cubicBezTo>
                  <a:cubicBezTo>
                    <a:pt x="86896" y="0"/>
                    <a:pt x="99310" y="2181"/>
                    <a:pt x="111724" y="4363"/>
                  </a:cubicBezTo>
                  <a:cubicBezTo>
                    <a:pt x="103448" y="15272"/>
                    <a:pt x="103448" y="15272"/>
                    <a:pt x="103448" y="15272"/>
                  </a:cubicBezTo>
                  <a:cubicBezTo>
                    <a:pt x="95172" y="13090"/>
                    <a:pt x="82758" y="8727"/>
                    <a:pt x="66206" y="8727"/>
                  </a:cubicBezTo>
                  <a:cubicBezTo>
                    <a:pt x="45517" y="8727"/>
                    <a:pt x="28965" y="17454"/>
                    <a:pt x="28965" y="30545"/>
                  </a:cubicBezTo>
                  <a:cubicBezTo>
                    <a:pt x="28965" y="41454"/>
                    <a:pt x="49655" y="48000"/>
                    <a:pt x="66206" y="52363"/>
                  </a:cubicBezTo>
                  <a:cubicBezTo>
                    <a:pt x="111724" y="61090"/>
                    <a:pt x="120000" y="74181"/>
                    <a:pt x="120000" y="85090"/>
                  </a:cubicBezTo>
                  <a:cubicBezTo>
                    <a:pt x="120000" y="104727"/>
                    <a:pt x="91034" y="120000"/>
                    <a:pt x="49655"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6" name="Google Shape;106;p6"/>
            <p:cNvSpPr/>
            <p:nvPr/>
          </p:nvSpPr>
          <p:spPr>
            <a:xfrm>
              <a:off x="7042474" y="4105933"/>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7" name="Google Shape;107;p6"/>
            <p:cNvSpPr/>
            <p:nvPr/>
          </p:nvSpPr>
          <p:spPr>
            <a:xfrm>
              <a:off x="7170606" y="4105933"/>
              <a:ext cx="8841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8" name="Google Shape;108;p6"/>
            <p:cNvSpPr/>
            <p:nvPr/>
          </p:nvSpPr>
          <p:spPr>
            <a:xfrm>
              <a:off x="7282252" y="4105933"/>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9" name="Google Shape;109;p6"/>
            <p:cNvSpPr/>
            <p:nvPr/>
          </p:nvSpPr>
          <p:spPr>
            <a:xfrm>
              <a:off x="7368423" y="4105933"/>
              <a:ext cx="58446" cy="111647"/>
            </a:xfrm>
            <a:custGeom>
              <a:rect b="b" l="l" r="r" t="t"/>
              <a:pathLst>
                <a:path extrusionOk="0" h="120000" w="120000">
                  <a:moveTo>
                    <a:pt x="76923" y="11275"/>
                  </a:moveTo>
                  <a:lnTo>
                    <a:pt x="76923" y="120000"/>
                  </a:lnTo>
                  <a:lnTo>
                    <a:pt x="47692" y="120000"/>
                  </a:lnTo>
                  <a:lnTo>
                    <a:pt x="47692" y="11275"/>
                  </a:lnTo>
                  <a:lnTo>
                    <a:pt x="0" y="11275"/>
                  </a:lnTo>
                  <a:lnTo>
                    <a:pt x="0" y="0"/>
                  </a:lnTo>
                  <a:lnTo>
                    <a:pt x="120000" y="0"/>
                  </a:lnTo>
                  <a:lnTo>
                    <a:pt x="120000" y="11275"/>
                  </a:lnTo>
                  <a:lnTo>
                    <a:pt x="76923"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0" name="Google Shape;110;p6"/>
            <p:cNvSpPr/>
            <p:nvPr/>
          </p:nvSpPr>
          <p:spPr>
            <a:xfrm>
              <a:off x="7496554" y="4105933"/>
              <a:ext cx="59945" cy="111647"/>
            </a:xfrm>
            <a:custGeom>
              <a:rect b="b" l="l" r="r" t="t"/>
              <a:pathLst>
                <a:path extrusionOk="0" h="120000" w="120000">
                  <a:moveTo>
                    <a:pt x="75000" y="11275"/>
                  </a:moveTo>
                  <a:lnTo>
                    <a:pt x="75000" y="120000"/>
                  </a:lnTo>
                  <a:lnTo>
                    <a:pt x="46500" y="120000"/>
                  </a:lnTo>
                  <a:lnTo>
                    <a:pt x="465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1" name="Google Shape;111;p6"/>
            <p:cNvSpPr/>
            <p:nvPr/>
          </p:nvSpPr>
          <p:spPr>
            <a:xfrm>
              <a:off x="7581226" y="4105933"/>
              <a:ext cx="51702" cy="111647"/>
            </a:xfrm>
            <a:custGeom>
              <a:rect b="b" l="l" r="r" t="t"/>
              <a:pathLst>
                <a:path extrusionOk="0" h="120000" w="120000">
                  <a:moveTo>
                    <a:pt x="0" y="120000"/>
                  </a:moveTo>
                  <a:lnTo>
                    <a:pt x="0" y="0"/>
                  </a:lnTo>
                  <a:lnTo>
                    <a:pt x="120000" y="0"/>
                  </a:lnTo>
                  <a:lnTo>
                    <a:pt x="120000" y="11275"/>
                  </a:lnTo>
                  <a:lnTo>
                    <a:pt x="34782" y="11275"/>
                  </a:lnTo>
                  <a:lnTo>
                    <a:pt x="34782" y="53154"/>
                  </a:lnTo>
                  <a:lnTo>
                    <a:pt x="111304" y="53154"/>
                  </a:lnTo>
                  <a:lnTo>
                    <a:pt x="111304" y="64429"/>
                  </a:lnTo>
                  <a:lnTo>
                    <a:pt x="34782" y="64429"/>
                  </a:lnTo>
                  <a:lnTo>
                    <a:pt x="34782"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2" name="Google Shape;112;p6"/>
            <p:cNvSpPr/>
            <p:nvPr/>
          </p:nvSpPr>
          <p:spPr>
            <a:xfrm>
              <a:off x="7656156" y="4105933"/>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3" name="Google Shape;113;p6"/>
            <p:cNvSpPr/>
            <p:nvPr/>
          </p:nvSpPr>
          <p:spPr>
            <a:xfrm>
              <a:off x="7744574" y="4105933"/>
              <a:ext cx="70435" cy="111647"/>
            </a:xfrm>
            <a:custGeom>
              <a:rect b="b" l="l" r="r" t="t"/>
              <a:pathLst>
                <a:path extrusionOk="0" h="120000" w="120000">
                  <a:moveTo>
                    <a:pt x="95744" y="120000"/>
                  </a:moveTo>
                  <a:lnTo>
                    <a:pt x="95744" y="64429"/>
                  </a:lnTo>
                  <a:lnTo>
                    <a:pt x="24255" y="64429"/>
                  </a:lnTo>
                  <a:lnTo>
                    <a:pt x="24255" y="120000"/>
                  </a:lnTo>
                  <a:lnTo>
                    <a:pt x="0" y="120000"/>
                  </a:lnTo>
                  <a:lnTo>
                    <a:pt x="0" y="0"/>
                  </a:lnTo>
                  <a:lnTo>
                    <a:pt x="24255" y="0"/>
                  </a:lnTo>
                  <a:lnTo>
                    <a:pt x="24255" y="53154"/>
                  </a:lnTo>
                  <a:lnTo>
                    <a:pt x="95744" y="53154"/>
                  </a:lnTo>
                  <a:lnTo>
                    <a:pt x="95744" y="0"/>
                  </a:lnTo>
                  <a:lnTo>
                    <a:pt x="120000" y="0"/>
                  </a:lnTo>
                  <a:lnTo>
                    <a:pt x="120000" y="120000"/>
                  </a:lnTo>
                  <a:lnTo>
                    <a:pt x="95744"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4" name="Google Shape;114;p6"/>
            <p:cNvSpPr/>
            <p:nvPr/>
          </p:nvSpPr>
          <p:spPr>
            <a:xfrm>
              <a:off x="7847979" y="4105933"/>
              <a:ext cx="80176" cy="111647"/>
            </a:xfrm>
            <a:custGeom>
              <a:rect b="b" l="l" r="r" t="t"/>
              <a:pathLst>
                <a:path extrusionOk="0" h="120000" w="120000">
                  <a:moveTo>
                    <a:pt x="101538" y="120000"/>
                  </a:moveTo>
                  <a:cubicBezTo>
                    <a:pt x="30769" y="33333"/>
                    <a:pt x="30769" y="33333"/>
                    <a:pt x="30769" y="33333"/>
                  </a:cubicBezTo>
                  <a:cubicBezTo>
                    <a:pt x="24615" y="24444"/>
                    <a:pt x="18461" y="17777"/>
                    <a:pt x="18461" y="17777"/>
                  </a:cubicBezTo>
                  <a:cubicBezTo>
                    <a:pt x="18461" y="17777"/>
                    <a:pt x="18461" y="17777"/>
                    <a:pt x="18461" y="17777"/>
                  </a:cubicBezTo>
                  <a:cubicBezTo>
                    <a:pt x="18461" y="17777"/>
                    <a:pt x="18461" y="26666"/>
                    <a:pt x="18461" y="33333"/>
                  </a:cubicBezTo>
                  <a:cubicBezTo>
                    <a:pt x="18461" y="120000"/>
                    <a:pt x="18461" y="120000"/>
                    <a:pt x="18461" y="120000"/>
                  </a:cubicBezTo>
                  <a:cubicBezTo>
                    <a:pt x="0" y="120000"/>
                    <a:pt x="0" y="120000"/>
                    <a:pt x="0" y="120000"/>
                  </a:cubicBezTo>
                  <a:cubicBezTo>
                    <a:pt x="0" y="0"/>
                    <a:pt x="0" y="0"/>
                    <a:pt x="0" y="0"/>
                  </a:cubicBezTo>
                  <a:cubicBezTo>
                    <a:pt x="24615" y="0"/>
                    <a:pt x="24615" y="0"/>
                    <a:pt x="24615" y="0"/>
                  </a:cubicBezTo>
                  <a:cubicBezTo>
                    <a:pt x="92307" y="84444"/>
                    <a:pt x="92307" y="84444"/>
                    <a:pt x="92307" y="84444"/>
                  </a:cubicBezTo>
                  <a:cubicBezTo>
                    <a:pt x="98461" y="91111"/>
                    <a:pt x="101538" y="97777"/>
                    <a:pt x="101538" y="97777"/>
                  </a:cubicBezTo>
                  <a:cubicBezTo>
                    <a:pt x="101538" y="97777"/>
                    <a:pt x="101538" y="97777"/>
                    <a:pt x="101538" y="97777"/>
                  </a:cubicBezTo>
                  <a:cubicBezTo>
                    <a:pt x="101538" y="97777"/>
                    <a:pt x="101538" y="91111"/>
                    <a:pt x="101538" y="84444"/>
                  </a:cubicBezTo>
                  <a:cubicBezTo>
                    <a:pt x="101538" y="0"/>
                    <a:pt x="101538" y="0"/>
                    <a:pt x="101538" y="0"/>
                  </a:cubicBezTo>
                  <a:cubicBezTo>
                    <a:pt x="120000" y="0"/>
                    <a:pt x="120000" y="0"/>
                    <a:pt x="120000" y="0"/>
                  </a:cubicBezTo>
                  <a:cubicBezTo>
                    <a:pt x="120000" y="120000"/>
                    <a:pt x="120000" y="120000"/>
                    <a:pt x="120000" y="120000"/>
                  </a:cubicBezTo>
                  <a:lnTo>
                    <a:pt x="101538"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5" name="Google Shape;115;p6"/>
            <p:cNvSpPr/>
            <p:nvPr/>
          </p:nvSpPr>
          <p:spPr>
            <a:xfrm>
              <a:off x="7957377" y="4105933"/>
              <a:ext cx="80925" cy="113895"/>
            </a:xfrm>
            <a:custGeom>
              <a:rect b="b" l="l" r="r" t="t"/>
              <a:pathLst>
                <a:path extrusionOk="0" h="120000" w="120000">
                  <a:moveTo>
                    <a:pt x="58461" y="120000"/>
                  </a:moveTo>
                  <a:cubicBezTo>
                    <a:pt x="15384" y="120000"/>
                    <a:pt x="0" y="93818"/>
                    <a:pt x="0" y="58909"/>
                  </a:cubicBezTo>
                  <a:cubicBezTo>
                    <a:pt x="0" y="26181"/>
                    <a:pt x="15384" y="0"/>
                    <a:pt x="58461" y="0"/>
                  </a:cubicBezTo>
                  <a:cubicBezTo>
                    <a:pt x="101538" y="0"/>
                    <a:pt x="120000" y="26181"/>
                    <a:pt x="120000" y="58909"/>
                  </a:cubicBezTo>
                  <a:cubicBezTo>
                    <a:pt x="120000" y="93818"/>
                    <a:pt x="101538" y="120000"/>
                    <a:pt x="58461" y="120000"/>
                  </a:cubicBezTo>
                  <a:close/>
                  <a:moveTo>
                    <a:pt x="58461" y="8727"/>
                  </a:moveTo>
                  <a:cubicBezTo>
                    <a:pt x="27692" y="8727"/>
                    <a:pt x="21538" y="34909"/>
                    <a:pt x="21538" y="58909"/>
                  </a:cubicBezTo>
                  <a:cubicBezTo>
                    <a:pt x="21538" y="82909"/>
                    <a:pt x="27692" y="106909"/>
                    <a:pt x="58461" y="106909"/>
                  </a:cubicBezTo>
                  <a:cubicBezTo>
                    <a:pt x="89230" y="106909"/>
                    <a:pt x="95384" y="82909"/>
                    <a:pt x="95384" y="58909"/>
                  </a:cubicBezTo>
                  <a:cubicBezTo>
                    <a:pt x="95384" y="34909"/>
                    <a:pt x="89230" y="8727"/>
                    <a:pt x="58461"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6" name="Google Shape;116;p6"/>
            <p:cNvSpPr/>
            <p:nvPr/>
          </p:nvSpPr>
          <p:spPr>
            <a:xfrm>
              <a:off x="8066776" y="4105933"/>
              <a:ext cx="47956" cy="111647"/>
            </a:xfrm>
            <a:custGeom>
              <a:rect b="b" l="l" r="r" t="t"/>
              <a:pathLst>
                <a:path extrusionOk="0" h="120000" w="120000">
                  <a:moveTo>
                    <a:pt x="0" y="120000"/>
                  </a:moveTo>
                  <a:lnTo>
                    <a:pt x="0" y="0"/>
                  </a:lnTo>
                  <a:lnTo>
                    <a:pt x="35625" y="0"/>
                  </a:lnTo>
                  <a:lnTo>
                    <a:pt x="35625"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7" name="Google Shape;117;p6"/>
            <p:cNvSpPr/>
            <p:nvPr/>
          </p:nvSpPr>
          <p:spPr>
            <a:xfrm>
              <a:off x="8132715" y="4105933"/>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8" name="Google Shape;118;p6"/>
            <p:cNvSpPr/>
            <p:nvPr/>
          </p:nvSpPr>
          <p:spPr>
            <a:xfrm>
              <a:off x="8238367" y="4105933"/>
              <a:ext cx="74182" cy="113895"/>
            </a:xfrm>
            <a:custGeom>
              <a:rect b="b" l="l" r="r" t="t"/>
              <a:pathLst>
                <a:path extrusionOk="0" h="120000" w="120000">
                  <a:moveTo>
                    <a:pt x="73333" y="120000"/>
                  </a:moveTo>
                  <a:cubicBezTo>
                    <a:pt x="33333" y="120000"/>
                    <a:pt x="0" y="100363"/>
                    <a:pt x="0" y="58909"/>
                  </a:cubicBezTo>
                  <a:cubicBezTo>
                    <a:pt x="0" y="19636"/>
                    <a:pt x="33333" y="0"/>
                    <a:pt x="73333" y="0"/>
                  </a:cubicBezTo>
                  <a:cubicBezTo>
                    <a:pt x="93333" y="0"/>
                    <a:pt x="106666" y="2181"/>
                    <a:pt x="116666" y="4363"/>
                  </a:cubicBezTo>
                  <a:cubicBezTo>
                    <a:pt x="110000" y="15272"/>
                    <a:pt x="110000" y="15272"/>
                    <a:pt x="110000" y="15272"/>
                  </a:cubicBezTo>
                  <a:cubicBezTo>
                    <a:pt x="103333" y="13090"/>
                    <a:pt x="93333" y="10909"/>
                    <a:pt x="76666" y="10909"/>
                  </a:cubicBezTo>
                  <a:cubicBezTo>
                    <a:pt x="43333" y="10909"/>
                    <a:pt x="23333" y="26181"/>
                    <a:pt x="23333" y="58909"/>
                  </a:cubicBezTo>
                  <a:cubicBezTo>
                    <a:pt x="23333" y="91636"/>
                    <a:pt x="46666" y="109090"/>
                    <a:pt x="73333" y="109090"/>
                  </a:cubicBezTo>
                  <a:cubicBezTo>
                    <a:pt x="86666" y="109090"/>
                    <a:pt x="93333" y="106909"/>
                    <a:pt x="96666" y="106909"/>
                  </a:cubicBezTo>
                  <a:cubicBezTo>
                    <a:pt x="96666" y="61090"/>
                    <a:pt x="96666" y="61090"/>
                    <a:pt x="96666" y="61090"/>
                  </a:cubicBezTo>
                  <a:cubicBezTo>
                    <a:pt x="66666" y="61090"/>
                    <a:pt x="66666" y="61090"/>
                    <a:pt x="66666" y="61090"/>
                  </a:cubicBezTo>
                  <a:cubicBezTo>
                    <a:pt x="66666" y="52363"/>
                    <a:pt x="66666" y="52363"/>
                    <a:pt x="66666" y="52363"/>
                  </a:cubicBezTo>
                  <a:cubicBezTo>
                    <a:pt x="120000" y="52363"/>
                    <a:pt x="120000" y="52363"/>
                    <a:pt x="120000" y="52363"/>
                  </a:cubicBezTo>
                  <a:cubicBezTo>
                    <a:pt x="120000" y="113454"/>
                    <a:pt x="120000" y="113454"/>
                    <a:pt x="120000" y="113454"/>
                  </a:cubicBezTo>
                  <a:cubicBezTo>
                    <a:pt x="110000" y="117818"/>
                    <a:pt x="96666" y="120000"/>
                    <a:pt x="7333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19" name="Google Shape;119;p6"/>
            <p:cNvSpPr/>
            <p:nvPr/>
          </p:nvSpPr>
          <p:spPr>
            <a:xfrm>
              <a:off x="8331281" y="4105933"/>
              <a:ext cx="76429" cy="111647"/>
            </a:xfrm>
            <a:custGeom>
              <a:rect b="b" l="l" r="r" t="t"/>
              <a:pathLst>
                <a:path extrusionOk="0" h="120000" w="120000">
                  <a:moveTo>
                    <a:pt x="71764" y="66845"/>
                  </a:moveTo>
                  <a:lnTo>
                    <a:pt x="71764" y="120000"/>
                  </a:lnTo>
                  <a:lnTo>
                    <a:pt x="48235" y="120000"/>
                  </a:lnTo>
                  <a:lnTo>
                    <a:pt x="48235" y="66845"/>
                  </a:lnTo>
                  <a:lnTo>
                    <a:pt x="0" y="0"/>
                  </a:lnTo>
                  <a:lnTo>
                    <a:pt x="25882" y="0"/>
                  </a:lnTo>
                  <a:lnTo>
                    <a:pt x="61176" y="55570"/>
                  </a:lnTo>
                  <a:lnTo>
                    <a:pt x="61176" y="55570"/>
                  </a:lnTo>
                  <a:lnTo>
                    <a:pt x="97647" y="0"/>
                  </a:lnTo>
                  <a:lnTo>
                    <a:pt x="120000" y="0"/>
                  </a:lnTo>
                  <a:lnTo>
                    <a:pt x="71764" y="6684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0" name="Google Shape;120;p6"/>
            <p:cNvSpPr/>
            <p:nvPr/>
          </p:nvSpPr>
          <p:spPr>
            <a:xfrm>
              <a:off x="6963797" y="4263287"/>
              <a:ext cx="49454" cy="111647"/>
            </a:xfrm>
            <a:custGeom>
              <a:rect b="b" l="l" r="r" t="t"/>
              <a:pathLst>
                <a:path extrusionOk="0" h="120000" w="120000">
                  <a:moveTo>
                    <a:pt x="34545" y="11275"/>
                  </a:moveTo>
                  <a:lnTo>
                    <a:pt x="34545" y="53154"/>
                  </a:lnTo>
                  <a:lnTo>
                    <a:pt x="116363" y="53154"/>
                  </a:lnTo>
                  <a:lnTo>
                    <a:pt x="116363" y="64429"/>
                  </a:lnTo>
                  <a:lnTo>
                    <a:pt x="34545" y="64429"/>
                  </a:lnTo>
                  <a:lnTo>
                    <a:pt x="34545" y="120000"/>
                  </a:lnTo>
                  <a:lnTo>
                    <a:pt x="0" y="120000"/>
                  </a:lnTo>
                  <a:lnTo>
                    <a:pt x="0" y="0"/>
                  </a:lnTo>
                  <a:lnTo>
                    <a:pt x="120000" y="0"/>
                  </a:lnTo>
                  <a:lnTo>
                    <a:pt x="120000" y="11275"/>
                  </a:lnTo>
                  <a:lnTo>
                    <a:pt x="34545"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1" name="Google Shape;121;p6"/>
            <p:cNvSpPr/>
            <p:nvPr/>
          </p:nvSpPr>
          <p:spPr>
            <a:xfrm>
              <a:off x="7040226" y="4263287"/>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2" name="Google Shape;122;p6"/>
            <p:cNvSpPr/>
            <p:nvPr/>
          </p:nvSpPr>
          <p:spPr>
            <a:xfrm>
              <a:off x="7154121"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3" name="Google Shape;123;p6"/>
            <p:cNvSpPr/>
            <p:nvPr/>
          </p:nvSpPr>
          <p:spPr>
            <a:xfrm>
              <a:off x="7302484" y="4263287"/>
              <a:ext cx="59945" cy="113895"/>
            </a:xfrm>
            <a:custGeom>
              <a:rect b="b" l="l" r="r" t="t"/>
              <a:pathLst>
                <a:path extrusionOk="0" h="120000" w="120000">
                  <a:moveTo>
                    <a:pt x="53793"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4137" y="43636"/>
                    <a:pt x="4137" y="32727"/>
                  </a:cubicBezTo>
                  <a:cubicBezTo>
                    <a:pt x="4137" y="13090"/>
                    <a:pt x="24827" y="0"/>
                    <a:pt x="66206" y="0"/>
                  </a:cubicBezTo>
                  <a:cubicBezTo>
                    <a:pt x="86896" y="0"/>
                    <a:pt x="99310" y="2181"/>
                    <a:pt x="111724" y="4363"/>
                  </a:cubicBezTo>
                  <a:cubicBezTo>
                    <a:pt x="103448" y="15272"/>
                    <a:pt x="103448" y="15272"/>
                    <a:pt x="103448" y="15272"/>
                  </a:cubicBezTo>
                  <a:cubicBezTo>
                    <a:pt x="95172" y="13090"/>
                    <a:pt x="82758" y="8727"/>
                    <a:pt x="70344" y="8727"/>
                  </a:cubicBezTo>
                  <a:cubicBezTo>
                    <a:pt x="45517" y="8727"/>
                    <a:pt x="33103" y="17454"/>
                    <a:pt x="33103" y="30545"/>
                  </a:cubicBezTo>
                  <a:cubicBezTo>
                    <a:pt x="33103" y="41454"/>
                    <a:pt x="49655" y="48000"/>
                    <a:pt x="70344" y="52363"/>
                  </a:cubicBezTo>
                  <a:cubicBezTo>
                    <a:pt x="111724" y="61090"/>
                    <a:pt x="120000" y="74181"/>
                    <a:pt x="120000" y="85090"/>
                  </a:cubicBezTo>
                  <a:cubicBezTo>
                    <a:pt x="120000" y="104727"/>
                    <a:pt x="91034" y="120000"/>
                    <a:pt x="5379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4" name="Google Shape;124;p6"/>
            <p:cNvSpPr/>
            <p:nvPr/>
          </p:nvSpPr>
          <p:spPr>
            <a:xfrm>
              <a:off x="7391651" y="4263287"/>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5" name="Google Shape;125;p6"/>
            <p:cNvSpPr/>
            <p:nvPr/>
          </p:nvSpPr>
          <p:spPr>
            <a:xfrm>
              <a:off x="7523529" y="4263287"/>
              <a:ext cx="8916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58604" y="20000"/>
                    <a:pt x="58604" y="15555"/>
                    <a:pt x="58604" y="15555"/>
                  </a:cubicBezTo>
                  <a:cubicBezTo>
                    <a:pt x="58604" y="15555"/>
                    <a:pt x="58604" y="15555"/>
                    <a:pt x="58604" y="15555"/>
                  </a:cubicBezTo>
                  <a:cubicBezTo>
                    <a:pt x="58604" y="15555"/>
                    <a:pt x="58604" y="20000"/>
                    <a:pt x="5302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 name="Google Shape;126;p6"/>
            <p:cNvSpPr/>
            <p:nvPr/>
          </p:nvSpPr>
          <p:spPr>
            <a:xfrm>
              <a:off x="7639671" y="4263287"/>
              <a:ext cx="68187" cy="111647"/>
            </a:xfrm>
            <a:custGeom>
              <a:rect b="b" l="l" r="r" t="t"/>
              <a:pathLst>
                <a:path extrusionOk="0" h="120000" w="120000">
                  <a:moveTo>
                    <a:pt x="90909"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47272" y="0"/>
                  </a:cubicBezTo>
                  <a:cubicBezTo>
                    <a:pt x="94545" y="0"/>
                    <a:pt x="116363" y="11111"/>
                    <a:pt x="116363" y="33333"/>
                  </a:cubicBezTo>
                  <a:cubicBezTo>
                    <a:pt x="116363" y="55555"/>
                    <a:pt x="90909" y="66666"/>
                    <a:pt x="58181" y="66666"/>
                  </a:cubicBezTo>
                  <a:cubicBezTo>
                    <a:pt x="58181" y="66666"/>
                    <a:pt x="58181" y="66666"/>
                    <a:pt x="58181" y="66666"/>
                  </a:cubicBezTo>
                  <a:cubicBezTo>
                    <a:pt x="120000" y="120000"/>
                    <a:pt x="120000" y="120000"/>
                    <a:pt x="120000" y="120000"/>
                  </a:cubicBezTo>
                  <a:lnTo>
                    <a:pt x="90909" y="120000"/>
                  </a:lnTo>
                  <a:close/>
                  <a:moveTo>
                    <a:pt x="47272"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7" name="Google Shape;127;p6"/>
            <p:cNvSpPr/>
            <p:nvPr/>
          </p:nvSpPr>
          <p:spPr>
            <a:xfrm>
              <a:off x="7728090" y="4263287"/>
              <a:ext cx="59945" cy="111647"/>
            </a:xfrm>
            <a:custGeom>
              <a:rect b="b" l="l" r="r" t="t"/>
              <a:pathLst>
                <a:path extrusionOk="0" h="120000" w="120000">
                  <a:moveTo>
                    <a:pt x="75000" y="11275"/>
                  </a:moveTo>
                  <a:lnTo>
                    <a:pt x="75000" y="120000"/>
                  </a:lnTo>
                  <a:lnTo>
                    <a:pt x="45000" y="120000"/>
                  </a:lnTo>
                  <a:lnTo>
                    <a:pt x="450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8" name="Google Shape;128;p6"/>
            <p:cNvSpPr/>
            <p:nvPr/>
          </p:nvSpPr>
          <p:spPr>
            <a:xfrm>
              <a:off x="7817257" y="4263287"/>
              <a:ext cx="51702" cy="111647"/>
            </a:xfrm>
            <a:custGeom>
              <a:rect b="b" l="l" r="r" t="t"/>
              <a:pathLst>
                <a:path extrusionOk="0" h="120000" w="120000">
                  <a:moveTo>
                    <a:pt x="0" y="120000"/>
                  </a:moveTo>
                  <a:lnTo>
                    <a:pt x="0" y="0"/>
                  </a:lnTo>
                  <a:lnTo>
                    <a:pt x="120000" y="0"/>
                  </a:lnTo>
                  <a:lnTo>
                    <a:pt x="120000" y="11275"/>
                  </a:lnTo>
                  <a:lnTo>
                    <a:pt x="33043" y="11275"/>
                  </a:lnTo>
                  <a:lnTo>
                    <a:pt x="33043" y="53154"/>
                  </a:lnTo>
                  <a:lnTo>
                    <a:pt x="109565" y="53154"/>
                  </a:lnTo>
                  <a:lnTo>
                    <a:pt x="109565" y="64429"/>
                  </a:lnTo>
                  <a:lnTo>
                    <a:pt x="33043" y="64429"/>
                  </a:lnTo>
                  <a:lnTo>
                    <a:pt x="33043"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9" name="Google Shape;129;p6"/>
            <p:cNvSpPr/>
            <p:nvPr/>
          </p:nvSpPr>
          <p:spPr>
            <a:xfrm>
              <a:off x="7901929"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0" name="Google Shape;130;p6"/>
            <p:cNvSpPr/>
            <p:nvPr/>
          </p:nvSpPr>
          <p:spPr>
            <a:xfrm>
              <a:off x="8052539" y="4263287"/>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1" name="Google Shape;131;p6"/>
            <p:cNvSpPr/>
            <p:nvPr/>
          </p:nvSpPr>
          <p:spPr>
            <a:xfrm>
              <a:off x="8134963" y="4263287"/>
              <a:ext cx="89168" cy="111647"/>
            </a:xfrm>
            <a:custGeom>
              <a:rect b="b" l="l" r="r" t="t"/>
              <a:pathLst>
                <a:path extrusionOk="0" h="120000" w="120000">
                  <a:moveTo>
                    <a:pt x="100465"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100465"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2" name="Google Shape;132;p6"/>
            <p:cNvSpPr/>
            <p:nvPr/>
          </p:nvSpPr>
          <p:spPr>
            <a:xfrm>
              <a:off x="8250356" y="4263287"/>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3" name="Google Shape;133;p6"/>
            <p:cNvSpPr/>
            <p:nvPr/>
          </p:nvSpPr>
          <p:spPr>
            <a:xfrm>
              <a:off x="8345518" y="4263287"/>
              <a:ext cx="57697" cy="113895"/>
            </a:xfrm>
            <a:custGeom>
              <a:rect b="b" l="l" r="r" t="t"/>
              <a:pathLst>
                <a:path extrusionOk="0" h="120000" w="120000">
                  <a:moveTo>
                    <a:pt x="51428" y="120000"/>
                  </a:moveTo>
                  <a:cubicBezTo>
                    <a:pt x="25714" y="120000"/>
                    <a:pt x="8571" y="117818"/>
                    <a:pt x="0" y="113454"/>
                  </a:cubicBezTo>
                  <a:cubicBezTo>
                    <a:pt x="4285" y="102545"/>
                    <a:pt x="4285" y="102545"/>
                    <a:pt x="4285" y="102545"/>
                  </a:cubicBezTo>
                  <a:cubicBezTo>
                    <a:pt x="12857" y="104727"/>
                    <a:pt x="29999" y="106909"/>
                    <a:pt x="47142" y="106909"/>
                  </a:cubicBezTo>
                  <a:cubicBezTo>
                    <a:pt x="72857" y="106909"/>
                    <a:pt x="89999" y="98181"/>
                    <a:pt x="89999" y="85090"/>
                  </a:cubicBezTo>
                  <a:cubicBezTo>
                    <a:pt x="89999" y="74181"/>
                    <a:pt x="77142" y="69818"/>
                    <a:pt x="47142" y="63272"/>
                  </a:cubicBezTo>
                  <a:cubicBezTo>
                    <a:pt x="12857" y="54545"/>
                    <a:pt x="0" y="43636"/>
                    <a:pt x="0" y="32727"/>
                  </a:cubicBezTo>
                  <a:cubicBezTo>
                    <a:pt x="0" y="13090"/>
                    <a:pt x="25714" y="0"/>
                    <a:pt x="64285" y="0"/>
                  </a:cubicBezTo>
                  <a:cubicBezTo>
                    <a:pt x="85714" y="0"/>
                    <a:pt x="102857" y="2181"/>
                    <a:pt x="111428" y="4363"/>
                  </a:cubicBezTo>
                  <a:cubicBezTo>
                    <a:pt x="107142" y="15272"/>
                    <a:pt x="107142" y="15272"/>
                    <a:pt x="107142" y="15272"/>
                  </a:cubicBezTo>
                  <a:cubicBezTo>
                    <a:pt x="98571" y="13090"/>
                    <a:pt x="85714" y="8727"/>
                    <a:pt x="68571" y="8727"/>
                  </a:cubicBezTo>
                  <a:cubicBezTo>
                    <a:pt x="42857" y="8727"/>
                    <a:pt x="29999" y="17454"/>
                    <a:pt x="29999" y="30545"/>
                  </a:cubicBezTo>
                  <a:cubicBezTo>
                    <a:pt x="29999" y="41454"/>
                    <a:pt x="47142" y="48000"/>
                    <a:pt x="68571" y="52363"/>
                  </a:cubicBezTo>
                  <a:cubicBezTo>
                    <a:pt x="115714" y="61090"/>
                    <a:pt x="119999" y="74181"/>
                    <a:pt x="119999" y="85090"/>
                  </a:cubicBezTo>
                  <a:cubicBezTo>
                    <a:pt x="119999" y="104727"/>
                    <a:pt x="89999" y="120000"/>
                    <a:pt x="51428"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34" name="Google Shape;134;p6"/>
          <p:cNvSpPr txBox="1"/>
          <p:nvPr>
            <p:ph idx="1" type="subTitle"/>
          </p:nvPr>
        </p:nvSpPr>
        <p:spPr>
          <a:xfrm>
            <a:off x="209500" y="3134325"/>
            <a:ext cx="5299200" cy="2307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1200"/>
              <a:buNone/>
              <a:defRPr>
                <a:solidFill>
                  <a:srgbClr val="334395"/>
                </a:solidFill>
              </a:defRPr>
            </a:lvl1pPr>
            <a:lvl2pPr lvl="1" algn="l">
              <a:lnSpc>
                <a:spcPct val="100000"/>
              </a:lnSpc>
              <a:spcBef>
                <a:spcPts val="1000"/>
              </a:spcBef>
              <a:spcAft>
                <a:spcPts val="0"/>
              </a:spcAft>
              <a:buSzPts val="1100"/>
              <a:buNone/>
              <a:defRPr>
                <a:solidFill>
                  <a:srgbClr val="334395"/>
                </a:solidFill>
              </a:defRPr>
            </a:lvl2pPr>
            <a:lvl3pPr lvl="2" algn="l">
              <a:lnSpc>
                <a:spcPct val="100000"/>
              </a:lnSpc>
              <a:spcBef>
                <a:spcPts val="900"/>
              </a:spcBef>
              <a:spcAft>
                <a:spcPts val="0"/>
              </a:spcAft>
              <a:buSzPts val="1000"/>
              <a:buNone/>
              <a:defRPr>
                <a:solidFill>
                  <a:srgbClr val="334395"/>
                </a:solidFill>
              </a:defRPr>
            </a:lvl3pPr>
            <a:lvl4pPr lvl="3" algn="l">
              <a:lnSpc>
                <a:spcPct val="100000"/>
              </a:lnSpc>
              <a:spcBef>
                <a:spcPts val="900"/>
              </a:spcBef>
              <a:spcAft>
                <a:spcPts val="0"/>
              </a:spcAft>
              <a:buSzPts val="1100"/>
              <a:buNone/>
              <a:defRPr>
                <a:solidFill>
                  <a:srgbClr val="334395"/>
                </a:solidFill>
              </a:defRPr>
            </a:lvl4pPr>
            <a:lvl5pPr lvl="4" algn="l">
              <a:lnSpc>
                <a:spcPct val="100000"/>
              </a:lnSpc>
              <a:spcBef>
                <a:spcPts val="900"/>
              </a:spcBef>
              <a:spcAft>
                <a:spcPts val="0"/>
              </a:spcAft>
              <a:buSzPts val="1100"/>
              <a:buNone/>
              <a:defRPr>
                <a:solidFill>
                  <a:srgbClr val="334395"/>
                </a:solidFill>
              </a:defRPr>
            </a:lvl5pPr>
            <a:lvl6pPr lvl="5" algn="l">
              <a:lnSpc>
                <a:spcPct val="100000"/>
              </a:lnSpc>
              <a:spcBef>
                <a:spcPts val="900"/>
              </a:spcBef>
              <a:spcAft>
                <a:spcPts val="0"/>
              </a:spcAft>
              <a:buSzPts val="1100"/>
              <a:buNone/>
              <a:defRPr>
                <a:solidFill>
                  <a:srgbClr val="334395"/>
                </a:solidFill>
              </a:defRPr>
            </a:lvl6pPr>
            <a:lvl7pPr lvl="6" algn="l">
              <a:lnSpc>
                <a:spcPct val="100000"/>
              </a:lnSpc>
              <a:spcBef>
                <a:spcPts val="900"/>
              </a:spcBef>
              <a:spcAft>
                <a:spcPts val="0"/>
              </a:spcAft>
              <a:buSzPts val="1100"/>
              <a:buNone/>
              <a:defRPr>
                <a:solidFill>
                  <a:srgbClr val="334395"/>
                </a:solidFill>
              </a:defRPr>
            </a:lvl7pPr>
            <a:lvl8pPr lvl="7" algn="l">
              <a:lnSpc>
                <a:spcPct val="100000"/>
              </a:lnSpc>
              <a:spcBef>
                <a:spcPts val="900"/>
              </a:spcBef>
              <a:spcAft>
                <a:spcPts val="0"/>
              </a:spcAft>
              <a:buSzPts val="1100"/>
              <a:buNone/>
              <a:defRPr>
                <a:solidFill>
                  <a:srgbClr val="334395"/>
                </a:solidFill>
              </a:defRPr>
            </a:lvl8pPr>
            <a:lvl9pPr lvl="8" algn="l">
              <a:lnSpc>
                <a:spcPct val="100000"/>
              </a:lnSpc>
              <a:spcBef>
                <a:spcPts val="900"/>
              </a:spcBef>
              <a:spcAft>
                <a:spcPts val="900"/>
              </a:spcAft>
              <a:buSzPts val="1100"/>
              <a:buNone/>
              <a:defRPr>
                <a:solidFill>
                  <a:srgbClr val="334395"/>
                </a:solidFill>
              </a:defRPr>
            </a:lvl9pPr>
          </a:lstStyle>
          <a:p/>
        </p:txBody>
      </p:sp>
      <p:sp>
        <p:nvSpPr>
          <p:cNvPr id="135" name="Google Shape;135;p6"/>
          <p:cNvSpPr txBox="1"/>
          <p:nvPr>
            <p:ph type="title"/>
          </p:nvPr>
        </p:nvSpPr>
        <p:spPr>
          <a:xfrm>
            <a:off x="270000" y="3441850"/>
            <a:ext cx="6025200" cy="466800"/>
          </a:xfrm>
          <a:prstGeom prst="rect">
            <a:avLst/>
          </a:prstGeom>
          <a:noFill/>
          <a:ln>
            <a:noFill/>
          </a:ln>
        </p:spPr>
        <p:txBody>
          <a:bodyPr anchorCtr="0" anchor="b" bIns="68575" lIns="68575" spcFirstLastPara="1" rIns="68575" wrap="square" tIns="68575">
            <a:noAutofit/>
          </a:bodyPr>
          <a:lstStyle>
            <a:lvl1pPr lvl="0" algn="l">
              <a:lnSpc>
                <a:spcPct val="90000"/>
              </a:lnSpc>
              <a:spcBef>
                <a:spcPts val="0"/>
              </a:spcBef>
              <a:spcAft>
                <a:spcPts val="0"/>
              </a:spcAft>
              <a:buSzPts val="1100"/>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ver with picture + partner's logo">
  <p:cSld name="Cover with picture + partner's logo">
    <p:spTree>
      <p:nvGrpSpPr>
        <p:cNvPr id="136" name="Shape 136"/>
        <p:cNvGrpSpPr/>
        <p:nvPr/>
      </p:nvGrpSpPr>
      <p:grpSpPr>
        <a:xfrm>
          <a:off x="0" y="0"/>
          <a:ext cx="0" cy="0"/>
          <a:chOff x="0" y="0"/>
          <a:chExt cx="0" cy="0"/>
        </a:xfrm>
      </p:grpSpPr>
      <p:sp>
        <p:nvSpPr>
          <p:cNvPr id="137" name="Google Shape;137;p7"/>
          <p:cNvSpPr/>
          <p:nvPr/>
        </p:nvSpPr>
        <p:spPr>
          <a:xfrm>
            <a:off x="0" y="0"/>
            <a:ext cx="9144000" cy="1977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8" name="Google Shape;138;p7"/>
          <p:cNvSpPr/>
          <p:nvPr>
            <p:ph idx="2" type="pic"/>
          </p:nvPr>
        </p:nvSpPr>
        <p:spPr>
          <a:xfrm>
            <a:off x="270000" y="411510"/>
            <a:ext cx="5506200" cy="2646000"/>
          </a:xfrm>
          <a:prstGeom prst="rect">
            <a:avLst/>
          </a:prstGeom>
          <a:solidFill>
            <a:schemeClr val="accent1"/>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grpSp>
        <p:nvGrpSpPr>
          <p:cNvPr id="139" name="Google Shape;139;p7"/>
          <p:cNvGrpSpPr/>
          <p:nvPr/>
        </p:nvGrpSpPr>
        <p:grpSpPr>
          <a:xfrm>
            <a:off x="7683503" y="270000"/>
            <a:ext cx="1191397" cy="803632"/>
            <a:chOff x="6819181" y="3305673"/>
            <a:chExt cx="1588529" cy="1071509"/>
          </a:xfrm>
        </p:grpSpPr>
        <p:sp>
          <p:nvSpPr>
            <p:cNvPr id="140" name="Google Shape;140;p7"/>
            <p:cNvSpPr/>
            <p:nvPr/>
          </p:nvSpPr>
          <p:spPr>
            <a:xfrm>
              <a:off x="6819181" y="3725285"/>
              <a:ext cx="1545070" cy="269001"/>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1" name="Google Shape;141;p7"/>
            <p:cNvSpPr/>
            <p:nvPr/>
          </p:nvSpPr>
          <p:spPr>
            <a:xfrm>
              <a:off x="6951808" y="3305673"/>
              <a:ext cx="1453654" cy="448835"/>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2" name="Google Shape;142;p7"/>
            <p:cNvSpPr/>
            <p:nvPr/>
          </p:nvSpPr>
          <p:spPr>
            <a:xfrm>
              <a:off x="6957803" y="4105933"/>
              <a:ext cx="59945" cy="113895"/>
            </a:xfrm>
            <a:custGeom>
              <a:rect b="b" l="l" r="r" t="t"/>
              <a:pathLst>
                <a:path extrusionOk="0" h="120000" w="120000">
                  <a:moveTo>
                    <a:pt x="49655"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0" y="43636"/>
                    <a:pt x="0" y="32727"/>
                  </a:cubicBezTo>
                  <a:cubicBezTo>
                    <a:pt x="0" y="13090"/>
                    <a:pt x="24827" y="0"/>
                    <a:pt x="66206" y="0"/>
                  </a:cubicBezTo>
                  <a:cubicBezTo>
                    <a:pt x="86896" y="0"/>
                    <a:pt x="99310" y="2181"/>
                    <a:pt x="111724" y="4363"/>
                  </a:cubicBezTo>
                  <a:cubicBezTo>
                    <a:pt x="103448" y="15272"/>
                    <a:pt x="103448" y="15272"/>
                    <a:pt x="103448" y="15272"/>
                  </a:cubicBezTo>
                  <a:cubicBezTo>
                    <a:pt x="95172" y="13090"/>
                    <a:pt x="82758" y="8727"/>
                    <a:pt x="66206" y="8727"/>
                  </a:cubicBezTo>
                  <a:cubicBezTo>
                    <a:pt x="45517" y="8727"/>
                    <a:pt x="28965" y="17454"/>
                    <a:pt x="28965" y="30545"/>
                  </a:cubicBezTo>
                  <a:cubicBezTo>
                    <a:pt x="28965" y="41454"/>
                    <a:pt x="49655" y="48000"/>
                    <a:pt x="66206" y="52363"/>
                  </a:cubicBezTo>
                  <a:cubicBezTo>
                    <a:pt x="111724" y="61090"/>
                    <a:pt x="120000" y="74181"/>
                    <a:pt x="120000" y="85090"/>
                  </a:cubicBezTo>
                  <a:cubicBezTo>
                    <a:pt x="120000" y="104727"/>
                    <a:pt x="91034" y="120000"/>
                    <a:pt x="49655"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3" name="Google Shape;143;p7"/>
            <p:cNvSpPr/>
            <p:nvPr/>
          </p:nvSpPr>
          <p:spPr>
            <a:xfrm>
              <a:off x="7042474" y="4105933"/>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4" name="Google Shape;144;p7"/>
            <p:cNvSpPr/>
            <p:nvPr/>
          </p:nvSpPr>
          <p:spPr>
            <a:xfrm>
              <a:off x="7170606" y="4105933"/>
              <a:ext cx="8841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5" name="Google Shape;145;p7"/>
            <p:cNvSpPr/>
            <p:nvPr/>
          </p:nvSpPr>
          <p:spPr>
            <a:xfrm>
              <a:off x="7282252" y="4105933"/>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6" name="Google Shape;146;p7"/>
            <p:cNvSpPr/>
            <p:nvPr/>
          </p:nvSpPr>
          <p:spPr>
            <a:xfrm>
              <a:off x="7368423" y="4105933"/>
              <a:ext cx="58446" cy="111647"/>
            </a:xfrm>
            <a:custGeom>
              <a:rect b="b" l="l" r="r" t="t"/>
              <a:pathLst>
                <a:path extrusionOk="0" h="120000" w="120000">
                  <a:moveTo>
                    <a:pt x="76923" y="11275"/>
                  </a:moveTo>
                  <a:lnTo>
                    <a:pt x="76923" y="120000"/>
                  </a:lnTo>
                  <a:lnTo>
                    <a:pt x="47692" y="120000"/>
                  </a:lnTo>
                  <a:lnTo>
                    <a:pt x="47692" y="11275"/>
                  </a:lnTo>
                  <a:lnTo>
                    <a:pt x="0" y="11275"/>
                  </a:lnTo>
                  <a:lnTo>
                    <a:pt x="0" y="0"/>
                  </a:lnTo>
                  <a:lnTo>
                    <a:pt x="120000" y="0"/>
                  </a:lnTo>
                  <a:lnTo>
                    <a:pt x="120000" y="11275"/>
                  </a:lnTo>
                  <a:lnTo>
                    <a:pt x="76923"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7" name="Google Shape;147;p7"/>
            <p:cNvSpPr/>
            <p:nvPr/>
          </p:nvSpPr>
          <p:spPr>
            <a:xfrm>
              <a:off x="7496554" y="4105933"/>
              <a:ext cx="59945" cy="111647"/>
            </a:xfrm>
            <a:custGeom>
              <a:rect b="b" l="l" r="r" t="t"/>
              <a:pathLst>
                <a:path extrusionOk="0" h="120000" w="120000">
                  <a:moveTo>
                    <a:pt x="75000" y="11275"/>
                  </a:moveTo>
                  <a:lnTo>
                    <a:pt x="75000" y="120000"/>
                  </a:lnTo>
                  <a:lnTo>
                    <a:pt x="46500" y="120000"/>
                  </a:lnTo>
                  <a:lnTo>
                    <a:pt x="465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8" name="Google Shape;148;p7"/>
            <p:cNvSpPr/>
            <p:nvPr/>
          </p:nvSpPr>
          <p:spPr>
            <a:xfrm>
              <a:off x="7581226" y="4105933"/>
              <a:ext cx="51702" cy="111647"/>
            </a:xfrm>
            <a:custGeom>
              <a:rect b="b" l="l" r="r" t="t"/>
              <a:pathLst>
                <a:path extrusionOk="0" h="120000" w="120000">
                  <a:moveTo>
                    <a:pt x="0" y="120000"/>
                  </a:moveTo>
                  <a:lnTo>
                    <a:pt x="0" y="0"/>
                  </a:lnTo>
                  <a:lnTo>
                    <a:pt x="120000" y="0"/>
                  </a:lnTo>
                  <a:lnTo>
                    <a:pt x="120000" y="11275"/>
                  </a:lnTo>
                  <a:lnTo>
                    <a:pt x="34782" y="11275"/>
                  </a:lnTo>
                  <a:lnTo>
                    <a:pt x="34782" y="53154"/>
                  </a:lnTo>
                  <a:lnTo>
                    <a:pt x="111304" y="53154"/>
                  </a:lnTo>
                  <a:lnTo>
                    <a:pt x="111304" y="64429"/>
                  </a:lnTo>
                  <a:lnTo>
                    <a:pt x="34782" y="64429"/>
                  </a:lnTo>
                  <a:lnTo>
                    <a:pt x="34782"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49" name="Google Shape;149;p7"/>
            <p:cNvSpPr/>
            <p:nvPr/>
          </p:nvSpPr>
          <p:spPr>
            <a:xfrm>
              <a:off x="7656156" y="4105933"/>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0" name="Google Shape;150;p7"/>
            <p:cNvSpPr/>
            <p:nvPr/>
          </p:nvSpPr>
          <p:spPr>
            <a:xfrm>
              <a:off x="7744574" y="4105933"/>
              <a:ext cx="70435" cy="111647"/>
            </a:xfrm>
            <a:custGeom>
              <a:rect b="b" l="l" r="r" t="t"/>
              <a:pathLst>
                <a:path extrusionOk="0" h="120000" w="120000">
                  <a:moveTo>
                    <a:pt x="95744" y="120000"/>
                  </a:moveTo>
                  <a:lnTo>
                    <a:pt x="95744" y="64429"/>
                  </a:lnTo>
                  <a:lnTo>
                    <a:pt x="24255" y="64429"/>
                  </a:lnTo>
                  <a:lnTo>
                    <a:pt x="24255" y="120000"/>
                  </a:lnTo>
                  <a:lnTo>
                    <a:pt x="0" y="120000"/>
                  </a:lnTo>
                  <a:lnTo>
                    <a:pt x="0" y="0"/>
                  </a:lnTo>
                  <a:lnTo>
                    <a:pt x="24255" y="0"/>
                  </a:lnTo>
                  <a:lnTo>
                    <a:pt x="24255" y="53154"/>
                  </a:lnTo>
                  <a:lnTo>
                    <a:pt x="95744" y="53154"/>
                  </a:lnTo>
                  <a:lnTo>
                    <a:pt x="95744" y="0"/>
                  </a:lnTo>
                  <a:lnTo>
                    <a:pt x="120000" y="0"/>
                  </a:lnTo>
                  <a:lnTo>
                    <a:pt x="120000" y="120000"/>
                  </a:lnTo>
                  <a:lnTo>
                    <a:pt x="95744"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1" name="Google Shape;151;p7"/>
            <p:cNvSpPr/>
            <p:nvPr/>
          </p:nvSpPr>
          <p:spPr>
            <a:xfrm>
              <a:off x="7847979" y="4105933"/>
              <a:ext cx="80176" cy="111647"/>
            </a:xfrm>
            <a:custGeom>
              <a:rect b="b" l="l" r="r" t="t"/>
              <a:pathLst>
                <a:path extrusionOk="0" h="120000" w="120000">
                  <a:moveTo>
                    <a:pt x="101538" y="120000"/>
                  </a:moveTo>
                  <a:cubicBezTo>
                    <a:pt x="30769" y="33333"/>
                    <a:pt x="30769" y="33333"/>
                    <a:pt x="30769" y="33333"/>
                  </a:cubicBezTo>
                  <a:cubicBezTo>
                    <a:pt x="24615" y="24444"/>
                    <a:pt x="18461" y="17777"/>
                    <a:pt x="18461" y="17777"/>
                  </a:cubicBezTo>
                  <a:cubicBezTo>
                    <a:pt x="18461" y="17777"/>
                    <a:pt x="18461" y="17777"/>
                    <a:pt x="18461" y="17777"/>
                  </a:cubicBezTo>
                  <a:cubicBezTo>
                    <a:pt x="18461" y="17777"/>
                    <a:pt x="18461" y="26666"/>
                    <a:pt x="18461" y="33333"/>
                  </a:cubicBezTo>
                  <a:cubicBezTo>
                    <a:pt x="18461" y="120000"/>
                    <a:pt x="18461" y="120000"/>
                    <a:pt x="18461" y="120000"/>
                  </a:cubicBezTo>
                  <a:cubicBezTo>
                    <a:pt x="0" y="120000"/>
                    <a:pt x="0" y="120000"/>
                    <a:pt x="0" y="120000"/>
                  </a:cubicBezTo>
                  <a:cubicBezTo>
                    <a:pt x="0" y="0"/>
                    <a:pt x="0" y="0"/>
                    <a:pt x="0" y="0"/>
                  </a:cubicBezTo>
                  <a:cubicBezTo>
                    <a:pt x="24615" y="0"/>
                    <a:pt x="24615" y="0"/>
                    <a:pt x="24615" y="0"/>
                  </a:cubicBezTo>
                  <a:cubicBezTo>
                    <a:pt x="92307" y="84444"/>
                    <a:pt x="92307" y="84444"/>
                    <a:pt x="92307" y="84444"/>
                  </a:cubicBezTo>
                  <a:cubicBezTo>
                    <a:pt x="98461" y="91111"/>
                    <a:pt x="101538" y="97777"/>
                    <a:pt x="101538" y="97777"/>
                  </a:cubicBezTo>
                  <a:cubicBezTo>
                    <a:pt x="101538" y="97777"/>
                    <a:pt x="101538" y="97777"/>
                    <a:pt x="101538" y="97777"/>
                  </a:cubicBezTo>
                  <a:cubicBezTo>
                    <a:pt x="101538" y="97777"/>
                    <a:pt x="101538" y="91111"/>
                    <a:pt x="101538" y="84444"/>
                  </a:cubicBezTo>
                  <a:cubicBezTo>
                    <a:pt x="101538" y="0"/>
                    <a:pt x="101538" y="0"/>
                    <a:pt x="101538" y="0"/>
                  </a:cubicBezTo>
                  <a:cubicBezTo>
                    <a:pt x="120000" y="0"/>
                    <a:pt x="120000" y="0"/>
                    <a:pt x="120000" y="0"/>
                  </a:cubicBezTo>
                  <a:cubicBezTo>
                    <a:pt x="120000" y="120000"/>
                    <a:pt x="120000" y="120000"/>
                    <a:pt x="120000" y="120000"/>
                  </a:cubicBezTo>
                  <a:lnTo>
                    <a:pt x="101538"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2" name="Google Shape;152;p7"/>
            <p:cNvSpPr/>
            <p:nvPr/>
          </p:nvSpPr>
          <p:spPr>
            <a:xfrm>
              <a:off x="7957377" y="4105933"/>
              <a:ext cx="80925" cy="113895"/>
            </a:xfrm>
            <a:custGeom>
              <a:rect b="b" l="l" r="r" t="t"/>
              <a:pathLst>
                <a:path extrusionOk="0" h="120000" w="120000">
                  <a:moveTo>
                    <a:pt x="58461" y="120000"/>
                  </a:moveTo>
                  <a:cubicBezTo>
                    <a:pt x="15384" y="120000"/>
                    <a:pt x="0" y="93818"/>
                    <a:pt x="0" y="58909"/>
                  </a:cubicBezTo>
                  <a:cubicBezTo>
                    <a:pt x="0" y="26181"/>
                    <a:pt x="15384" y="0"/>
                    <a:pt x="58461" y="0"/>
                  </a:cubicBezTo>
                  <a:cubicBezTo>
                    <a:pt x="101538" y="0"/>
                    <a:pt x="120000" y="26181"/>
                    <a:pt x="120000" y="58909"/>
                  </a:cubicBezTo>
                  <a:cubicBezTo>
                    <a:pt x="120000" y="93818"/>
                    <a:pt x="101538" y="120000"/>
                    <a:pt x="58461" y="120000"/>
                  </a:cubicBezTo>
                  <a:close/>
                  <a:moveTo>
                    <a:pt x="58461" y="8727"/>
                  </a:moveTo>
                  <a:cubicBezTo>
                    <a:pt x="27692" y="8727"/>
                    <a:pt x="21538" y="34909"/>
                    <a:pt x="21538" y="58909"/>
                  </a:cubicBezTo>
                  <a:cubicBezTo>
                    <a:pt x="21538" y="82909"/>
                    <a:pt x="27692" y="106909"/>
                    <a:pt x="58461" y="106909"/>
                  </a:cubicBezTo>
                  <a:cubicBezTo>
                    <a:pt x="89230" y="106909"/>
                    <a:pt x="95384" y="82909"/>
                    <a:pt x="95384" y="58909"/>
                  </a:cubicBezTo>
                  <a:cubicBezTo>
                    <a:pt x="95384" y="34909"/>
                    <a:pt x="89230" y="8727"/>
                    <a:pt x="58461"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3" name="Google Shape;153;p7"/>
            <p:cNvSpPr/>
            <p:nvPr/>
          </p:nvSpPr>
          <p:spPr>
            <a:xfrm>
              <a:off x="8066776" y="4105933"/>
              <a:ext cx="47956" cy="111647"/>
            </a:xfrm>
            <a:custGeom>
              <a:rect b="b" l="l" r="r" t="t"/>
              <a:pathLst>
                <a:path extrusionOk="0" h="120000" w="120000">
                  <a:moveTo>
                    <a:pt x="0" y="120000"/>
                  </a:moveTo>
                  <a:lnTo>
                    <a:pt x="0" y="0"/>
                  </a:lnTo>
                  <a:lnTo>
                    <a:pt x="35625" y="0"/>
                  </a:lnTo>
                  <a:lnTo>
                    <a:pt x="35625"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4" name="Google Shape;154;p7"/>
            <p:cNvSpPr/>
            <p:nvPr/>
          </p:nvSpPr>
          <p:spPr>
            <a:xfrm>
              <a:off x="8132715" y="4105933"/>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5" name="Google Shape;155;p7"/>
            <p:cNvSpPr/>
            <p:nvPr/>
          </p:nvSpPr>
          <p:spPr>
            <a:xfrm>
              <a:off x="8238367" y="4105933"/>
              <a:ext cx="74182" cy="113895"/>
            </a:xfrm>
            <a:custGeom>
              <a:rect b="b" l="l" r="r" t="t"/>
              <a:pathLst>
                <a:path extrusionOk="0" h="120000" w="120000">
                  <a:moveTo>
                    <a:pt x="73333" y="120000"/>
                  </a:moveTo>
                  <a:cubicBezTo>
                    <a:pt x="33333" y="120000"/>
                    <a:pt x="0" y="100363"/>
                    <a:pt x="0" y="58909"/>
                  </a:cubicBezTo>
                  <a:cubicBezTo>
                    <a:pt x="0" y="19636"/>
                    <a:pt x="33333" y="0"/>
                    <a:pt x="73333" y="0"/>
                  </a:cubicBezTo>
                  <a:cubicBezTo>
                    <a:pt x="93333" y="0"/>
                    <a:pt x="106666" y="2181"/>
                    <a:pt x="116666" y="4363"/>
                  </a:cubicBezTo>
                  <a:cubicBezTo>
                    <a:pt x="110000" y="15272"/>
                    <a:pt x="110000" y="15272"/>
                    <a:pt x="110000" y="15272"/>
                  </a:cubicBezTo>
                  <a:cubicBezTo>
                    <a:pt x="103333" y="13090"/>
                    <a:pt x="93333" y="10909"/>
                    <a:pt x="76666" y="10909"/>
                  </a:cubicBezTo>
                  <a:cubicBezTo>
                    <a:pt x="43333" y="10909"/>
                    <a:pt x="23333" y="26181"/>
                    <a:pt x="23333" y="58909"/>
                  </a:cubicBezTo>
                  <a:cubicBezTo>
                    <a:pt x="23333" y="91636"/>
                    <a:pt x="46666" y="109090"/>
                    <a:pt x="73333" y="109090"/>
                  </a:cubicBezTo>
                  <a:cubicBezTo>
                    <a:pt x="86666" y="109090"/>
                    <a:pt x="93333" y="106909"/>
                    <a:pt x="96666" y="106909"/>
                  </a:cubicBezTo>
                  <a:cubicBezTo>
                    <a:pt x="96666" y="61090"/>
                    <a:pt x="96666" y="61090"/>
                    <a:pt x="96666" y="61090"/>
                  </a:cubicBezTo>
                  <a:cubicBezTo>
                    <a:pt x="66666" y="61090"/>
                    <a:pt x="66666" y="61090"/>
                    <a:pt x="66666" y="61090"/>
                  </a:cubicBezTo>
                  <a:cubicBezTo>
                    <a:pt x="66666" y="52363"/>
                    <a:pt x="66666" y="52363"/>
                    <a:pt x="66666" y="52363"/>
                  </a:cubicBezTo>
                  <a:cubicBezTo>
                    <a:pt x="120000" y="52363"/>
                    <a:pt x="120000" y="52363"/>
                    <a:pt x="120000" y="52363"/>
                  </a:cubicBezTo>
                  <a:cubicBezTo>
                    <a:pt x="120000" y="113454"/>
                    <a:pt x="120000" y="113454"/>
                    <a:pt x="120000" y="113454"/>
                  </a:cubicBezTo>
                  <a:cubicBezTo>
                    <a:pt x="110000" y="117818"/>
                    <a:pt x="96666" y="120000"/>
                    <a:pt x="7333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6" name="Google Shape;156;p7"/>
            <p:cNvSpPr/>
            <p:nvPr/>
          </p:nvSpPr>
          <p:spPr>
            <a:xfrm>
              <a:off x="8331281" y="4105933"/>
              <a:ext cx="76429" cy="111647"/>
            </a:xfrm>
            <a:custGeom>
              <a:rect b="b" l="l" r="r" t="t"/>
              <a:pathLst>
                <a:path extrusionOk="0" h="120000" w="120000">
                  <a:moveTo>
                    <a:pt x="71764" y="66845"/>
                  </a:moveTo>
                  <a:lnTo>
                    <a:pt x="71764" y="120000"/>
                  </a:lnTo>
                  <a:lnTo>
                    <a:pt x="48235" y="120000"/>
                  </a:lnTo>
                  <a:lnTo>
                    <a:pt x="48235" y="66845"/>
                  </a:lnTo>
                  <a:lnTo>
                    <a:pt x="0" y="0"/>
                  </a:lnTo>
                  <a:lnTo>
                    <a:pt x="25882" y="0"/>
                  </a:lnTo>
                  <a:lnTo>
                    <a:pt x="61176" y="55570"/>
                  </a:lnTo>
                  <a:lnTo>
                    <a:pt x="61176" y="55570"/>
                  </a:lnTo>
                  <a:lnTo>
                    <a:pt x="97647" y="0"/>
                  </a:lnTo>
                  <a:lnTo>
                    <a:pt x="120000" y="0"/>
                  </a:lnTo>
                  <a:lnTo>
                    <a:pt x="71764" y="6684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7" name="Google Shape;157;p7"/>
            <p:cNvSpPr/>
            <p:nvPr/>
          </p:nvSpPr>
          <p:spPr>
            <a:xfrm>
              <a:off x="6963797" y="4263287"/>
              <a:ext cx="49454" cy="111647"/>
            </a:xfrm>
            <a:custGeom>
              <a:rect b="b" l="l" r="r" t="t"/>
              <a:pathLst>
                <a:path extrusionOk="0" h="120000" w="120000">
                  <a:moveTo>
                    <a:pt x="34545" y="11275"/>
                  </a:moveTo>
                  <a:lnTo>
                    <a:pt x="34545" y="53154"/>
                  </a:lnTo>
                  <a:lnTo>
                    <a:pt x="116363" y="53154"/>
                  </a:lnTo>
                  <a:lnTo>
                    <a:pt x="116363" y="64429"/>
                  </a:lnTo>
                  <a:lnTo>
                    <a:pt x="34545" y="64429"/>
                  </a:lnTo>
                  <a:lnTo>
                    <a:pt x="34545" y="120000"/>
                  </a:lnTo>
                  <a:lnTo>
                    <a:pt x="0" y="120000"/>
                  </a:lnTo>
                  <a:lnTo>
                    <a:pt x="0" y="0"/>
                  </a:lnTo>
                  <a:lnTo>
                    <a:pt x="120000" y="0"/>
                  </a:lnTo>
                  <a:lnTo>
                    <a:pt x="120000" y="11275"/>
                  </a:lnTo>
                  <a:lnTo>
                    <a:pt x="34545"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8" name="Google Shape;158;p7"/>
            <p:cNvSpPr/>
            <p:nvPr/>
          </p:nvSpPr>
          <p:spPr>
            <a:xfrm>
              <a:off x="7040226" y="4263287"/>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59" name="Google Shape;159;p7"/>
            <p:cNvSpPr/>
            <p:nvPr/>
          </p:nvSpPr>
          <p:spPr>
            <a:xfrm>
              <a:off x="7154121"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0" name="Google Shape;160;p7"/>
            <p:cNvSpPr/>
            <p:nvPr/>
          </p:nvSpPr>
          <p:spPr>
            <a:xfrm>
              <a:off x="7302484" y="4263287"/>
              <a:ext cx="59945" cy="113895"/>
            </a:xfrm>
            <a:custGeom>
              <a:rect b="b" l="l" r="r" t="t"/>
              <a:pathLst>
                <a:path extrusionOk="0" h="120000" w="120000">
                  <a:moveTo>
                    <a:pt x="53793"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4137" y="43636"/>
                    <a:pt x="4137" y="32727"/>
                  </a:cubicBezTo>
                  <a:cubicBezTo>
                    <a:pt x="4137" y="13090"/>
                    <a:pt x="24827" y="0"/>
                    <a:pt x="66206" y="0"/>
                  </a:cubicBezTo>
                  <a:cubicBezTo>
                    <a:pt x="86896" y="0"/>
                    <a:pt x="99310" y="2181"/>
                    <a:pt x="111724" y="4363"/>
                  </a:cubicBezTo>
                  <a:cubicBezTo>
                    <a:pt x="103448" y="15272"/>
                    <a:pt x="103448" y="15272"/>
                    <a:pt x="103448" y="15272"/>
                  </a:cubicBezTo>
                  <a:cubicBezTo>
                    <a:pt x="95172" y="13090"/>
                    <a:pt x="82758" y="8727"/>
                    <a:pt x="70344" y="8727"/>
                  </a:cubicBezTo>
                  <a:cubicBezTo>
                    <a:pt x="45517" y="8727"/>
                    <a:pt x="33103" y="17454"/>
                    <a:pt x="33103" y="30545"/>
                  </a:cubicBezTo>
                  <a:cubicBezTo>
                    <a:pt x="33103" y="41454"/>
                    <a:pt x="49655" y="48000"/>
                    <a:pt x="70344" y="52363"/>
                  </a:cubicBezTo>
                  <a:cubicBezTo>
                    <a:pt x="111724" y="61090"/>
                    <a:pt x="120000" y="74181"/>
                    <a:pt x="120000" y="85090"/>
                  </a:cubicBezTo>
                  <a:cubicBezTo>
                    <a:pt x="120000" y="104727"/>
                    <a:pt x="91034" y="120000"/>
                    <a:pt x="5379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1" name="Google Shape;161;p7"/>
            <p:cNvSpPr/>
            <p:nvPr/>
          </p:nvSpPr>
          <p:spPr>
            <a:xfrm>
              <a:off x="7391651" y="4263287"/>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2" name="Google Shape;162;p7"/>
            <p:cNvSpPr/>
            <p:nvPr/>
          </p:nvSpPr>
          <p:spPr>
            <a:xfrm>
              <a:off x="7523529" y="4263287"/>
              <a:ext cx="8916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58604" y="20000"/>
                    <a:pt x="58604" y="15555"/>
                    <a:pt x="58604" y="15555"/>
                  </a:cubicBezTo>
                  <a:cubicBezTo>
                    <a:pt x="58604" y="15555"/>
                    <a:pt x="58604" y="15555"/>
                    <a:pt x="58604" y="15555"/>
                  </a:cubicBezTo>
                  <a:cubicBezTo>
                    <a:pt x="58604" y="15555"/>
                    <a:pt x="58604" y="20000"/>
                    <a:pt x="5302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3" name="Google Shape;163;p7"/>
            <p:cNvSpPr/>
            <p:nvPr/>
          </p:nvSpPr>
          <p:spPr>
            <a:xfrm>
              <a:off x="7639671" y="4263287"/>
              <a:ext cx="68187" cy="111647"/>
            </a:xfrm>
            <a:custGeom>
              <a:rect b="b" l="l" r="r" t="t"/>
              <a:pathLst>
                <a:path extrusionOk="0" h="120000" w="120000">
                  <a:moveTo>
                    <a:pt x="90909"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47272" y="0"/>
                  </a:cubicBezTo>
                  <a:cubicBezTo>
                    <a:pt x="94545" y="0"/>
                    <a:pt x="116363" y="11111"/>
                    <a:pt x="116363" y="33333"/>
                  </a:cubicBezTo>
                  <a:cubicBezTo>
                    <a:pt x="116363" y="55555"/>
                    <a:pt x="90909" y="66666"/>
                    <a:pt x="58181" y="66666"/>
                  </a:cubicBezTo>
                  <a:cubicBezTo>
                    <a:pt x="58181" y="66666"/>
                    <a:pt x="58181" y="66666"/>
                    <a:pt x="58181" y="66666"/>
                  </a:cubicBezTo>
                  <a:cubicBezTo>
                    <a:pt x="120000" y="120000"/>
                    <a:pt x="120000" y="120000"/>
                    <a:pt x="120000" y="120000"/>
                  </a:cubicBezTo>
                  <a:lnTo>
                    <a:pt x="90909" y="120000"/>
                  </a:lnTo>
                  <a:close/>
                  <a:moveTo>
                    <a:pt x="47272"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4" name="Google Shape;164;p7"/>
            <p:cNvSpPr/>
            <p:nvPr/>
          </p:nvSpPr>
          <p:spPr>
            <a:xfrm>
              <a:off x="7728090" y="4263287"/>
              <a:ext cx="59945" cy="111647"/>
            </a:xfrm>
            <a:custGeom>
              <a:rect b="b" l="l" r="r" t="t"/>
              <a:pathLst>
                <a:path extrusionOk="0" h="120000" w="120000">
                  <a:moveTo>
                    <a:pt x="75000" y="11275"/>
                  </a:moveTo>
                  <a:lnTo>
                    <a:pt x="75000" y="120000"/>
                  </a:lnTo>
                  <a:lnTo>
                    <a:pt x="45000" y="120000"/>
                  </a:lnTo>
                  <a:lnTo>
                    <a:pt x="450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5" name="Google Shape;165;p7"/>
            <p:cNvSpPr/>
            <p:nvPr/>
          </p:nvSpPr>
          <p:spPr>
            <a:xfrm>
              <a:off x="7817257" y="4263287"/>
              <a:ext cx="51702" cy="111647"/>
            </a:xfrm>
            <a:custGeom>
              <a:rect b="b" l="l" r="r" t="t"/>
              <a:pathLst>
                <a:path extrusionOk="0" h="120000" w="120000">
                  <a:moveTo>
                    <a:pt x="0" y="120000"/>
                  </a:moveTo>
                  <a:lnTo>
                    <a:pt x="0" y="0"/>
                  </a:lnTo>
                  <a:lnTo>
                    <a:pt x="120000" y="0"/>
                  </a:lnTo>
                  <a:lnTo>
                    <a:pt x="120000" y="11275"/>
                  </a:lnTo>
                  <a:lnTo>
                    <a:pt x="33043" y="11275"/>
                  </a:lnTo>
                  <a:lnTo>
                    <a:pt x="33043" y="53154"/>
                  </a:lnTo>
                  <a:lnTo>
                    <a:pt x="109565" y="53154"/>
                  </a:lnTo>
                  <a:lnTo>
                    <a:pt x="109565" y="64429"/>
                  </a:lnTo>
                  <a:lnTo>
                    <a:pt x="33043" y="64429"/>
                  </a:lnTo>
                  <a:lnTo>
                    <a:pt x="33043"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6" name="Google Shape;166;p7"/>
            <p:cNvSpPr/>
            <p:nvPr/>
          </p:nvSpPr>
          <p:spPr>
            <a:xfrm>
              <a:off x="7901929"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7" name="Google Shape;167;p7"/>
            <p:cNvSpPr/>
            <p:nvPr/>
          </p:nvSpPr>
          <p:spPr>
            <a:xfrm>
              <a:off x="8052539" y="4263287"/>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8" name="Google Shape;168;p7"/>
            <p:cNvSpPr/>
            <p:nvPr/>
          </p:nvSpPr>
          <p:spPr>
            <a:xfrm>
              <a:off x="8134963" y="4263287"/>
              <a:ext cx="89168" cy="111647"/>
            </a:xfrm>
            <a:custGeom>
              <a:rect b="b" l="l" r="r" t="t"/>
              <a:pathLst>
                <a:path extrusionOk="0" h="120000" w="120000">
                  <a:moveTo>
                    <a:pt x="100465"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100465"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69" name="Google Shape;169;p7"/>
            <p:cNvSpPr/>
            <p:nvPr/>
          </p:nvSpPr>
          <p:spPr>
            <a:xfrm>
              <a:off x="8250356" y="4263287"/>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0" name="Google Shape;170;p7"/>
            <p:cNvSpPr/>
            <p:nvPr/>
          </p:nvSpPr>
          <p:spPr>
            <a:xfrm>
              <a:off x="8345518" y="4263287"/>
              <a:ext cx="57697" cy="113895"/>
            </a:xfrm>
            <a:custGeom>
              <a:rect b="b" l="l" r="r" t="t"/>
              <a:pathLst>
                <a:path extrusionOk="0" h="120000" w="120000">
                  <a:moveTo>
                    <a:pt x="51428" y="120000"/>
                  </a:moveTo>
                  <a:cubicBezTo>
                    <a:pt x="25714" y="120000"/>
                    <a:pt x="8571" y="117818"/>
                    <a:pt x="0" y="113454"/>
                  </a:cubicBezTo>
                  <a:cubicBezTo>
                    <a:pt x="4285" y="102545"/>
                    <a:pt x="4285" y="102545"/>
                    <a:pt x="4285" y="102545"/>
                  </a:cubicBezTo>
                  <a:cubicBezTo>
                    <a:pt x="12857" y="104727"/>
                    <a:pt x="29999" y="106909"/>
                    <a:pt x="47142" y="106909"/>
                  </a:cubicBezTo>
                  <a:cubicBezTo>
                    <a:pt x="72857" y="106909"/>
                    <a:pt x="89999" y="98181"/>
                    <a:pt x="89999" y="85090"/>
                  </a:cubicBezTo>
                  <a:cubicBezTo>
                    <a:pt x="89999" y="74181"/>
                    <a:pt x="77142" y="69818"/>
                    <a:pt x="47142" y="63272"/>
                  </a:cubicBezTo>
                  <a:cubicBezTo>
                    <a:pt x="12857" y="54545"/>
                    <a:pt x="0" y="43636"/>
                    <a:pt x="0" y="32727"/>
                  </a:cubicBezTo>
                  <a:cubicBezTo>
                    <a:pt x="0" y="13090"/>
                    <a:pt x="25714" y="0"/>
                    <a:pt x="64285" y="0"/>
                  </a:cubicBezTo>
                  <a:cubicBezTo>
                    <a:pt x="85714" y="0"/>
                    <a:pt x="102857" y="2181"/>
                    <a:pt x="111428" y="4363"/>
                  </a:cubicBezTo>
                  <a:cubicBezTo>
                    <a:pt x="107142" y="15272"/>
                    <a:pt x="107142" y="15272"/>
                    <a:pt x="107142" y="15272"/>
                  </a:cubicBezTo>
                  <a:cubicBezTo>
                    <a:pt x="98571" y="13090"/>
                    <a:pt x="85714" y="8727"/>
                    <a:pt x="68571" y="8727"/>
                  </a:cubicBezTo>
                  <a:cubicBezTo>
                    <a:pt x="42857" y="8727"/>
                    <a:pt x="29999" y="17454"/>
                    <a:pt x="29999" y="30545"/>
                  </a:cubicBezTo>
                  <a:cubicBezTo>
                    <a:pt x="29999" y="41454"/>
                    <a:pt x="47142" y="48000"/>
                    <a:pt x="68571" y="52363"/>
                  </a:cubicBezTo>
                  <a:cubicBezTo>
                    <a:pt x="115714" y="61090"/>
                    <a:pt x="119999" y="74181"/>
                    <a:pt x="119999" y="85090"/>
                  </a:cubicBezTo>
                  <a:cubicBezTo>
                    <a:pt x="119999" y="104727"/>
                    <a:pt x="89999" y="120000"/>
                    <a:pt x="51428"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71" name="Google Shape;171;p7"/>
          <p:cNvSpPr/>
          <p:nvPr>
            <p:ph idx="3" type="pic"/>
          </p:nvPr>
        </p:nvSpPr>
        <p:spPr>
          <a:xfrm>
            <a:off x="6954150" y="1451625"/>
            <a:ext cx="1837200" cy="882900"/>
          </a:xfrm>
          <a:prstGeom prst="rect">
            <a:avLst/>
          </a:prstGeom>
          <a:solidFill>
            <a:schemeClr val="accent1"/>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lt1"/>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172" name="Google Shape;172;p7"/>
          <p:cNvSpPr txBox="1"/>
          <p:nvPr>
            <p:ph idx="1" type="subTitle"/>
          </p:nvPr>
        </p:nvSpPr>
        <p:spPr>
          <a:xfrm>
            <a:off x="209500" y="3134325"/>
            <a:ext cx="5299200" cy="2307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1200"/>
              <a:buNone/>
              <a:defRPr>
                <a:solidFill>
                  <a:schemeClr val="accent3"/>
                </a:solidFill>
              </a:defRPr>
            </a:lvl1pPr>
            <a:lvl2pPr lvl="1" algn="l">
              <a:lnSpc>
                <a:spcPct val="100000"/>
              </a:lnSpc>
              <a:spcBef>
                <a:spcPts val="1000"/>
              </a:spcBef>
              <a:spcAft>
                <a:spcPts val="0"/>
              </a:spcAft>
              <a:buSzPts val="1100"/>
              <a:buNone/>
              <a:defRPr/>
            </a:lvl2pPr>
            <a:lvl3pPr lvl="2" algn="l">
              <a:lnSpc>
                <a:spcPct val="100000"/>
              </a:lnSpc>
              <a:spcBef>
                <a:spcPts val="900"/>
              </a:spcBef>
              <a:spcAft>
                <a:spcPts val="0"/>
              </a:spcAft>
              <a:buSzPts val="1000"/>
              <a:buNone/>
              <a:defRPr/>
            </a:lvl3pPr>
            <a:lvl4pPr lvl="3" algn="l">
              <a:lnSpc>
                <a:spcPct val="100000"/>
              </a:lnSpc>
              <a:spcBef>
                <a:spcPts val="900"/>
              </a:spcBef>
              <a:spcAft>
                <a:spcPts val="0"/>
              </a:spcAft>
              <a:buSzPts val="1100"/>
              <a:buNone/>
              <a:defRPr/>
            </a:lvl4pPr>
            <a:lvl5pPr lvl="4" algn="l">
              <a:lnSpc>
                <a:spcPct val="100000"/>
              </a:lnSpc>
              <a:spcBef>
                <a:spcPts val="900"/>
              </a:spcBef>
              <a:spcAft>
                <a:spcPts val="0"/>
              </a:spcAft>
              <a:buSzPts val="1100"/>
              <a:buNone/>
              <a:defRPr/>
            </a:lvl5pPr>
            <a:lvl6pPr lvl="5" algn="l">
              <a:lnSpc>
                <a:spcPct val="100000"/>
              </a:lnSpc>
              <a:spcBef>
                <a:spcPts val="900"/>
              </a:spcBef>
              <a:spcAft>
                <a:spcPts val="0"/>
              </a:spcAft>
              <a:buSzPts val="1100"/>
              <a:buNone/>
              <a:defRPr/>
            </a:lvl6pPr>
            <a:lvl7pPr lvl="6" algn="l">
              <a:lnSpc>
                <a:spcPct val="100000"/>
              </a:lnSpc>
              <a:spcBef>
                <a:spcPts val="900"/>
              </a:spcBef>
              <a:spcAft>
                <a:spcPts val="0"/>
              </a:spcAft>
              <a:buSzPts val="1100"/>
              <a:buNone/>
              <a:defRPr/>
            </a:lvl7pPr>
            <a:lvl8pPr lvl="7" algn="l">
              <a:lnSpc>
                <a:spcPct val="100000"/>
              </a:lnSpc>
              <a:spcBef>
                <a:spcPts val="900"/>
              </a:spcBef>
              <a:spcAft>
                <a:spcPts val="0"/>
              </a:spcAft>
              <a:buSzPts val="1100"/>
              <a:buNone/>
              <a:defRPr/>
            </a:lvl8pPr>
            <a:lvl9pPr lvl="8" algn="l">
              <a:lnSpc>
                <a:spcPct val="100000"/>
              </a:lnSpc>
              <a:spcBef>
                <a:spcPts val="900"/>
              </a:spcBef>
              <a:spcAft>
                <a:spcPts val="900"/>
              </a:spcAft>
              <a:buSzPts val="1100"/>
              <a:buNone/>
              <a:defRPr/>
            </a:lvl9pPr>
          </a:lstStyle>
          <a:p/>
        </p:txBody>
      </p:sp>
      <p:sp>
        <p:nvSpPr>
          <p:cNvPr id="173" name="Google Shape;173;p7"/>
          <p:cNvSpPr txBox="1"/>
          <p:nvPr>
            <p:ph type="title"/>
          </p:nvPr>
        </p:nvSpPr>
        <p:spPr>
          <a:xfrm>
            <a:off x="270000" y="3441850"/>
            <a:ext cx="6025200" cy="466800"/>
          </a:xfrm>
          <a:prstGeom prst="rect">
            <a:avLst/>
          </a:prstGeom>
          <a:noFill/>
          <a:ln>
            <a:noFill/>
          </a:ln>
        </p:spPr>
        <p:txBody>
          <a:bodyPr anchorCtr="0" anchor="b" bIns="68575" lIns="68575" spcFirstLastPara="1" rIns="68575" wrap="square" tIns="68575">
            <a:noAutofit/>
          </a:bodyPr>
          <a:lstStyle>
            <a:lvl1pPr lvl="0" algn="l">
              <a:lnSpc>
                <a:spcPct val="90000"/>
              </a:lnSpc>
              <a:spcBef>
                <a:spcPts val="0"/>
              </a:spcBef>
              <a:spcAft>
                <a:spcPts val="0"/>
              </a:spcAft>
              <a:buSzPts val="1100"/>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ver with no picture">
  <p:cSld name="Cover with no picture">
    <p:spTree>
      <p:nvGrpSpPr>
        <p:cNvPr id="174" name="Shape 174"/>
        <p:cNvGrpSpPr/>
        <p:nvPr/>
      </p:nvGrpSpPr>
      <p:grpSpPr>
        <a:xfrm>
          <a:off x="0" y="0"/>
          <a:ext cx="0" cy="0"/>
          <a:chOff x="0" y="0"/>
          <a:chExt cx="0" cy="0"/>
        </a:xfrm>
      </p:grpSpPr>
      <p:sp>
        <p:nvSpPr>
          <p:cNvPr id="175" name="Google Shape;175;p8"/>
          <p:cNvSpPr/>
          <p:nvPr/>
        </p:nvSpPr>
        <p:spPr>
          <a:xfrm>
            <a:off x="0" y="0"/>
            <a:ext cx="9144000" cy="19776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176" name="Google Shape;176;p8"/>
          <p:cNvGrpSpPr/>
          <p:nvPr/>
        </p:nvGrpSpPr>
        <p:grpSpPr>
          <a:xfrm>
            <a:off x="7683503" y="270000"/>
            <a:ext cx="1191397" cy="803632"/>
            <a:chOff x="6819181" y="3305673"/>
            <a:chExt cx="1588529" cy="1071509"/>
          </a:xfrm>
        </p:grpSpPr>
        <p:sp>
          <p:nvSpPr>
            <p:cNvPr id="177" name="Google Shape;177;p8"/>
            <p:cNvSpPr/>
            <p:nvPr/>
          </p:nvSpPr>
          <p:spPr>
            <a:xfrm>
              <a:off x="6819181" y="3725285"/>
              <a:ext cx="1545070" cy="269001"/>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8" name="Google Shape;178;p8"/>
            <p:cNvSpPr/>
            <p:nvPr/>
          </p:nvSpPr>
          <p:spPr>
            <a:xfrm>
              <a:off x="6951808" y="3305673"/>
              <a:ext cx="1453654" cy="448835"/>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9" name="Google Shape;179;p8"/>
            <p:cNvSpPr/>
            <p:nvPr/>
          </p:nvSpPr>
          <p:spPr>
            <a:xfrm>
              <a:off x="6957803" y="4105933"/>
              <a:ext cx="59945" cy="113895"/>
            </a:xfrm>
            <a:custGeom>
              <a:rect b="b" l="l" r="r" t="t"/>
              <a:pathLst>
                <a:path extrusionOk="0" h="120000" w="120000">
                  <a:moveTo>
                    <a:pt x="49655"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0" y="43636"/>
                    <a:pt x="0" y="32727"/>
                  </a:cubicBezTo>
                  <a:cubicBezTo>
                    <a:pt x="0" y="13090"/>
                    <a:pt x="24827" y="0"/>
                    <a:pt x="66206" y="0"/>
                  </a:cubicBezTo>
                  <a:cubicBezTo>
                    <a:pt x="86896" y="0"/>
                    <a:pt x="99310" y="2181"/>
                    <a:pt x="111724" y="4363"/>
                  </a:cubicBezTo>
                  <a:cubicBezTo>
                    <a:pt x="103448" y="15272"/>
                    <a:pt x="103448" y="15272"/>
                    <a:pt x="103448" y="15272"/>
                  </a:cubicBezTo>
                  <a:cubicBezTo>
                    <a:pt x="95172" y="13090"/>
                    <a:pt x="82758" y="8727"/>
                    <a:pt x="66206" y="8727"/>
                  </a:cubicBezTo>
                  <a:cubicBezTo>
                    <a:pt x="45517" y="8727"/>
                    <a:pt x="28965" y="17454"/>
                    <a:pt x="28965" y="30545"/>
                  </a:cubicBezTo>
                  <a:cubicBezTo>
                    <a:pt x="28965" y="41454"/>
                    <a:pt x="49655" y="48000"/>
                    <a:pt x="66206" y="52363"/>
                  </a:cubicBezTo>
                  <a:cubicBezTo>
                    <a:pt x="111724" y="61090"/>
                    <a:pt x="120000" y="74181"/>
                    <a:pt x="120000" y="85090"/>
                  </a:cubicBezTo>
                  <a:cubicBezTo>
                    <a:pt x="120000" y="104727"/>
                    <a:pt x="91034" y="120000"/>
                    <a:pt x="49655"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0" name="Google Shape;180;p8"/>
            <p:cNvSpPr/>
            <p:nvPr/>
          </p:nvSpPr>
          <p:spPr>
            <a:xfrm>
              <a:off x="7042474" y="4105933"/>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1" name="Google Shape;181;p8"/>
            <p:cNvSpPr/>
            <p:nvPr/>
          </p:nvSpPr>
          <p:spPr>
            <a:xfrm>
              <a:off x="7170606" y="4105933"/>
              <a:ext cx="8841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2" name="Google Shape;182;p8"/>
            <p:cNvSpPr/>
            <p:nvPr/>
          </p:nvSpPr>
          <p:spPr>
            <a:xfrm>
              <a:off x="7282252" y="4105933"/>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3" name="Google Shape;183;p8"/>
            <p:cNvSpPr/>
            <p:nvPr/>
          </p:nvSpPr>
          <p:spPr>
            <a:xfrm>
              <a:off x="7368423" y="4105933"/>
              <a:ext cx="58446" cy="111647"/>
            </a:xfrm>
            <a:custGeom>
              <a:rect b="b" l="l" r="r" t="t"/>
              <a:pathLst>
                <a:path extrusionOk="0" h="120000" w="120000">
                  <a:moveTo>
                    <a:pt x="76923" y="11275"/>
                  </a:moveTo>
                  <a:lnTo>
                    <a:pt x="76923" y="120000"/>
                  </a:lnTo>
                  <a:lnTo>
                    <a:pt x="47692" y="120000"/>
                  </a:lnTo>
                  <a:lnTo>
                    <a:pt x="47692" y="11275"/>
                  </a:lnTo>
                  <a:lnTo>
                    <a:pt x="0" y="11275"/>
                  </a:lnTo>
                  <a:lnTo>
                    <a:pt x="0" y="0"/>
                  </a:lnTo>
                  <a:lnTo>
                    <a:pt x="120000" y="0"/>
                  </a:lnTo>
                  <a:lnTo>
                    <a:pt x="120000" y="11275"/>
                  </a:lnTo>
                  <a:lnTo>
                    <a:pt x="76923"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4" name="Google Shape;184;p8"/>
            <p:cNvSpPr/>
            <p:nvPr/>
          </p:nvSpPr>
          <p:spPr>
            <a:xfrm>
              <a:off x="7496554" y="4105933"/>
              <a:ext cx="59945" cy="111647"/>
            </a:xfrm>
            <a:custGeom>
              <a:rect b="b" l="l" r="r" t="t"/>
              <a:pathLst>
                <a:path extrusionOk="0" h="120000" w="120000">
                  <a:moveTo>
                    <a:pt x="75000" y="11275"/>
                  </a:moveTo>
                  <a:lnTo>
                    <a:pt x="75000" y="120000"/>
                  </a:lnTo>
                  <a:lnTo>
                    <a:pt x="46500" y="120000"/>
                  </a:lnTo>
                  <a:lnTo>
                    <a:pt x="465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5" name="Google Shape;185;p8"/>
            <p:cNvSpPr/>
            <p:nvPr/>
          </p:nvSpPr>
          <p:spPr>
            <a:xfrm>
              <a:off x="7581226" y="4105933"/>
              <a:ext cx="51702" cy="111647"/>
            </a:xfrm>
            <a:custGeom>
              <a:rect b="b" l="l" r="r" t="t"/>
              <a:pathLst>
                <a:path extrusionOk="0" h="120000" w="120000">
                  <a:moveTo>
                    <a:pt x="0" y="120000"/>
                  </a:moveTo>
                  <a:lnTo>
                    <a:pt x="0" y="0"/>
                  </a:lnTo>
                  <a:lnTo>
                    <a:pt x="120000" y="0"/>
                  </a:lnTo>
                  <a:lnTo>
                    <a:pt x="120000" y="11275"/>
                  </a:lnTo>
                  <a:lnTo>
                    <a:pt x="34782" y="11275"/>
                  </a:lnTo>
                  <a:lnTo>
                    <a:pt x="34782" y="53154"/>
                  </a:lnTo>
                  <a:lnTo>
                    <a:pt x="111304" y="53154"/>
                  </a:lnTo>
                  <a:lnTo>
                    <a:pt x="111304" y="64429"/>
                  </a:lnTo>
                  <a:lnTo>
                    <a:pt x="34782" y="64429"/>
                  </a:lnTo>
                  <a:lnTo>
                    <a:pt x="34782"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6" name="Google Shape;186;p8"/>
            <p:cNvSpPr/>
            <p:nvPr/>
          </p:nvSpPr>
          <p:spPr>
            <a:xfrm>
              <a:off x="7656156" y="4105933"/>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7" name="Google Shape;187;p8"/>
            <p:cNvSpPr/>
            <p:nvPr/>
          </p:nvSpPr>
          <p:spPr>
            <a:xfrm>
              <a:off x="7744574" y="4105933"/>
              <a:ext cx="70435" cy="111647"/>
            </a:xfrm>
            <a:custGeom>
              <a:rect b="b" l="l" r="r" t="t"/>
              <a:pathLst>
                <a:path extrusionOk="0" h="120000" w="120000">
                  <a:moveTo>
                    <a:pt x="95744" y="120000"/>
                  </a:moveTo>
                  <a:lnTo>
                    <a:pt x="95744" y="64429"/>
                  </a:lnTo>
                  <a:lnTo>
                    <a:pt x="24255" y="64429"/>
                  </a:lnTo>
                  <a:lnTo>
                    <a:pt x="24255" y="120000"/>
                  </a:lnTo>
                  <a:lnTo>
                    <a:pt x="0" y="120000"/>
                  </a:lnTo>
                  <a:lnTo>
                    <a:pt x="0" y="0"/>
                  </a:lnTo>
                  <a:lnTo>
                    <a:pt x="24255" y="0"/>
                  </a:lnTo>
                  <a:lnTo>
                    <a:pt x="24255" y="53154"/>
                  </a:lnTo>
                  <a:lnTo>
                    <a:pt x="95744" y="53154"/>
                  </a:lnTo>
                  <a:lnTo>
                    <a:pt x="95744" y="0"/>
                  </a:lnTo>
                  <a:lnTo>
                    <a:pt x="120000" y="0"/>
                  </a:lnTo>
                  <a:lnTo>
                    <a:pt x="120000" y="120000"/>
                  </a:lnTo>
                  <a:lnTo>
                    <a:pt x="95744"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8" name="Google Shape;188;p8"/>
            <p:cNvSpPr/>
            <p:nvPr/>
          </p:nvSpPr>
          <p:spPr>
            <a:xfrm>
              <a:off x="7847979" y="4105933"/>
              <a:ext cx="80176" cy="111647"/>
            </a:xfrm>
            <a:custGeom>
              <a:rect b="b" l="l" r="r" t="t"/>
              <a:pathLst>
                <a:path extrusionOk="0" h="120000" w="120000">
                  <a:moveTo>
                    <a:pt x="101538" y="120000"/>
                  </a:moveTo>
                  <a:cubicBezTo>
                    <a:pt x="30769" y="33333"/>
                    <a:pt x="30769" y="33333"/>
                    <a:pt x="30769" y="33333"/>
                  </a:cubicBezTo>
                  <a:cubicBezTo>
                    <a:pt x="24615" y="24444"/>
                    <a:pt x="18461" y="17777"/>
                    <a:pt x="18461" y="17777"/>
                  </a:cubicBezTo>
                  <a:cubicBezTo>
                    <a:pt x="18461" y="17777"/>
                    <a:pt x="18461" y="17777"/>
                    <a:pt x="18461" y="17777"/>
                  </a:cubicBezTo>
                  <a:cubicBezTo>
                    <a:pt x="18461" y="17777"/>
                    <a:pt x="18461" y="26666"/>
                    <a:pt x="18461" y="33333"/>
                  </a:cubicBezTo>
                  <a:cubicBezTo>
                    <a:pt x="18461" y="120000"/>
                    <a:pt x="18461" y="120000"/>
                    <a:pt x="18461" y="120000"/>
                  </a:cubicBezTo>
                  <a:cubicBezTo>
                    <a:pt x="0" y="120000"/>
                    <a:pt x="0" y="120000"/>
                    <a:pt x="0" y="120000"/>
                  </a:cubicBezTo>
                  <a:cubicBezTo>
                    <a:pt x="0" y="0"/>
                    <a:pt x="0" y="0"/>
                    <a:pt x="0" y="0"/>
                  </a:cubicBezTo>
                  <a:cubicBezTo>
                    <a:pt x="24615" y="0"/>
                    <a:pt x="24615" y="0"/>
                    <a:pt x="24615" y="0"/>
                  </a:cubicBezTo>
                  <a:cubicBezTo>
                    <a:pt x="92307" y="84444"/>
                    <a:pt x="92307" y="84444"/>
                    <a:pt x="92307" y="84444"/>
                  </a:cubicBezTo>
                  <a:cubicBezTo>
                    <a:pt x="98461" y="91111"/>
                    <a:pt x="101538" y="97777"/>
                    <a:pt x="101538" y="97777"/>
                  </a:cubicBezTo>
                  <a:cubicBezTo>
                    <a:pt x="101538" y="97777"/>
                    <a:pt x="101538" y="97777"/>
                    <a:pt x="101538" y="97777"/>
                  </a:cubicBezTo>
                  <a:cubicBezTo>
                    <a:pt x="101538" y="97777"/>
                    <a:pt x="101538" y="91111"/>
                    <a:pt x="101538" y="84444"/>
                  </a:cubicBezTo>
                  <a:cubicBezTo>
                    <a:pt x="101538" y="0"/>
                    <a:pt x="101538" y="0"/>
                    <a:pt x="101538" y="0"/>
                  </a:cubicBezTo>
                  <a:cubicBezTo>
                    <a:pt x="120000" y="0"/>
                    <a:pt x="120000" y="0"/>
                    <a:pt x="120000" y="0"/>
                  </a:cubicBezTo>
                  <a:cubicBezTo>
                    <a:pt x="120000" y="120000"/>
                    <a:pt x="120000" y="120000"/>
                    <a:pt x="120000" y="120000"/>
                  </a:cubicBezTo>
                  <a:lnTo>
                    <a:pt x="101538"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89" name="Google Shape;189;p8"/>
            <p:cNvSpPr/>
            <p:nvPr/>
          </p:nvSpPr>
          <p:spPr>
            <a:xfrm>
              <a:off x="7957377" y="4105933"/>
              <a:ext cx="80925" cy="113895"/>
            </a:xfrm>
            <a:custGeom>
              <a:rect b="b" l="l" r="r" t="t"/>
              <a:pathLst>
                <a:path extrusionOk="0" h="120000" w="120000">
                  <a:moveTo>
                    <a:pt x="58461" y="120000"/>
                  </a:moveTo>
                  <a:cubicBezTo>
                    <a:pt x="15384" y="120000"/>
                    <a:pt x="0" y="93818"/>
                    <a:pt x="0" y="58909"/>
                  </a:cubicBezTo>
                  <a:cubicBezTo>
                    <a:pt x="0" y="26181"/>
                    <a:pt x="15384" y="0"/>
                    <a:pt x="58461" y="0"/>
                  </a:cubicBezTo>
                  <a:cubicBezTo>
                    <a:pt x="101538" y="0"/>
                    <a:pt x="120000" y="26181"/>
                    <a:pt x="120000" y="58909"/>
                  </a:cubicBezTo>
                  <a:cubicBezTo>
                    <a:pt x="120000" y="93818"/>
                    <a:pt x="101538" y="120000"/>
                    <a:pt x="58461" y="120000"/>
                  </a:cubicBezTo>
                  <a:close/>
                  <a:moveTo>
                    <a:pt x="58461" y="8727"/>
                  </a:moveTo>
                  <a:cubicBezTo>
                    <a:pt x="27692" y="8727"/>
                    <a:pt x="21538" y="34909"/>
                    <a:pt x="21538" y="58909"/>
                  </a:cubicBezTo>
                  <a:cubicBezTo>
                    <a:pt x="21538" y="82909"/>
                    <a:pt x="27692" y="106909"/>
                    <a:pt x="58461" y="106909"/>
                  </a:cubicBezTo>
                  <a:cubicBezTo>
                    <a:pt x="89230" y="106909"/>
                    <a:pt x="95384" y="82909"/>
                    <a:pt x="95384" y="58909"/>
                  </a:cubicBezTo>
                  <a:cubicBezTo>
                    <a:pt x="95384" y="34909"/>
                    <a:pt x="89230" y="8727"/>
                    <a:pt x="58461"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0" name="Google Shape;190;p8"/>
            <p:cNvSpPr/>
            <p:nvPr/>
          </p:nvSpPr>
          <p:spPr>
            <a:xfrm>
              <a:off x="8066776" y="4105933"/>
              <a:ext cx="47956" cy="111647"/>
            </a:xfrm>
            <a:custGeom>
              <a:rect b="b" l="l" r="r" t="t"/>
              <a:pathLst>
                <a:path extrusionOk="0" h="120000" w="120000">
                  <a:moveTo>
                    <a:pt x="0" y="120000"/>
                  </a:moveTo>
                  <a:lnTo>
                    <a:pt x="0" y="0"/>
                  </a:lnTo>
                  <a:lnTo>
                    <a:pt x="35625" y="0"/>
                  </a:lnTo>
                  <a:lnTo>
                    <a:pt x="35625"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1" name="Google Shape;191;p8"/>
            <p:cNvSpPr/>
            <p:nvPr/>
          </p:nvSpPr>
          <p:spPr>
            <a:xfrm>
              <a:off x="8132715" y="4105933"/>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2" name="Google Shape;192;p8"/>
            <p:cNvSpPr/>
            <p:nvPr/>
          </p:nvSpPr>
          <p:spPr>
            <a:xfrm>
              <a:off x="8238367" y="4105933"/>
              <a:ext cx="74182" cy="113895"/>
            </a:xfrm>
            <a:custGeom>
              <a:rect b="b" l="l" r="r" t="t"/>
              <a:pathLst>
                <a:path extrusionOk="0" h="120000" w="120000">
                  <a:moveTo>
                    <a:pt x="73333" y="120000"/>
                  </a:moveTo>
                  <a:cubicBezTo>
                    <a:pt x="33333" y="120000"/>
                    <a:pt x="0" y="100363"/>
                    <a:pt x="0" y="58909"/>
                  </a:cubicBezTo>
                  <a:cubicBezTo>
                    <a:pt x="0" y="19636"/>
                    <a:pt x="33333" y="0"/>
                    <a:pt x="73333" y="0"/>
                  </a:cubicBezTo>
                  <a:cubicBezTo>
                    <a:pt x="93333" y="0"/>
                    <a:pt x="106666" y="2181"/>
                    <a:pt x="116666" y="4363"/>
                  </a:cubicBezTo>
                  <a:cubicBezTo>
                    <a:pt x="110000" y="15272"/>
                    <a:pt x="110000" y="15272"/>
                    <a:pt x="110000" y="15272"/>
                  </a:cubicBezTo>
                  <a:cubicBezTo>
                    <a:pt x="103333" y="13090"/>
                    <a:pt x="93333" y="10909"/>
                    <a:pt x="76666" y="10909"/>
                  </a:cubicBezTo>
                  <a:cubicBezTo>
                    <a:pt x="43333" y="10909"/>
                    <a:pt x="23333" y="26181"/>
                    <a:pt x="23333" y="58909"/>
                  </a:cubicBezTo>
                  <a:cubicBezTo>
                    <a:pt x="23333" y="91636"/>
                    <a:pt x="46666" y="109090"/>
                    <a:pt x="73333" y="109090"/>
                  </a:cubicBezTo>
                  <a:cubicBezTo>
                    <a:pt x="86666" y="109090"/>
                    <a:pt x="93333" y="106909"/>
                    <a:pt x="96666" y="106909"/>
                  </a:cubicBezTo>
                  <a:cubicBezTo>
                    <a:pt x="96666" y="61090"/>
                    <a:pt x="96666" y="61090"/>
                    <a:pt x="96666" y="61090"/>
                  </a:cubicBezTo>
                  <a:cubicBezTo>
                    <a:pt x="66666" y="61090"/>
                    <a:pt x="66666" y="61090"/>
                    <a:pt x="66666" y="61090"/>
                  </a:cubicBezTo>
                  <a:cubicBezTo>
                    <a:pt x="66666" y="52363"/>
                    <a:pt x="66666" y="52363"/>
                    <a:pt x="66666" y="52363"/>
                  </a:cubicBezTo>
                  <a:cubicBezTo>
                    <a:pt x="120000" y="52363"/>
                    <a:pt x="120000" y="52363"/>
                    <a:pt x="120000" y="52363"/>
                  </a:cubicBezTo>
                  <a:cubicBezTo>
                    <a:pt x="120000" y="113454"/>
                    <a:pt x="120000" y="113454"/>
                    <a:pt x="120000" y="113454"/>
                  </a:cubicBezTo>
                  <a:cubicBezTo>
                    <a:pt x="110000" y="117818"/>
                    <a:pt x="96666" y="120000"/>
                    <a:pt x="7333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3" name="Google Shape;193;p8"/>
            <p:cNvSpPr/>
            <p:nvPr/>
          </p:nvSpPr>
          <p:spPr>
            <a:xfrm>
              <a:off x="8331281" y="4105933"/>
              <a:ext cx="76429" cy="111647"/>
            </a:xfrm>
            <a:custGeom>
              <a:rect b="b" l="l" r="r" t="t"/>
              <a:pathLst>
                <a:path extrusionOk="0" h="120000" w="120000">
                  <a:moveTo>
                    <a:pt x="71764" y="66845"/>
                  </a:moveTo>
                  <a:lnTo>
                    <a:pt x="71764" y="120000"/>
                  </a:lnTo>
                  <a:lnTo>
                    <a:pt x="48235" y="120000"/>
                  </a:lnTo>
                  <a:lnTo>
                    <a:pt x="48235" y="66845"/>
                  </a:lnTo>
                  <a:lnTo>
                    <a:pt x="0" y="0"/>
                  </a:lnTo>
                  <a:lnTo>
                    <a:pt x="25882" y="0"/>
                  </a:lnTo>
                  <a:lnTo>
                    <a:pt x="61176" y="55570"/>
                  </a:lnTo>
                  <a:lnTo>
                    <a:pt x="61176" y="55570"/>
                  </a:lnTo>
                  <a:lnTo>
                    <a:pt x="97647" y="0"/>
                  </a:lnTo>
                  <a:lnTo>
                    <a:pt x="120000" y="0"/>
                  </a:lnTo>
                  <a:lnTo>
                    <a:pt x="71764" y="6684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4" name="Google Shape;194;p8"/>
            <p:cNvSpPr/>
            <p:nvPr/>
          </p:nvSpPr>
          <p:spPr>
            <a:xfrm>
              <a:off x="6963797" y="4263287"/>
              <a:ext cx="49454" cy="111647"/>
            </a:xfrm>
            <a:custGeom>
              <a:rect b="b" l="l" r="r" t="t"/>
              <a:pathLst>
                <a:path extrusionOk="0" h="120000" w="120000">
                  <a:moveTo>
                    <a:pt x="34545" y="11275"/>
                  </a:moveTo>
                  <a:lnTo>
                    <a:pt x="34545" y="53154"/>
                  </a:lnTo>
                  <a:lnTo>
                    <a:pt x="116363" y="53154"/>
                  </a:lnTo>
                  <a:lnTo>
                    <a:pt x="116363" y="64429"/>
                  </a:lnTo>
                  <a:lnTo>
                    <a:pt x="34545" y="64429"/>
                  </a:lnTo>
                  <a:lnTo>
                    <a:pt x="34545" y="120000"/>
                  </a:lnTo>
                  <a:lnTo>
                    <a:pt x="0" y="120000"/>
                  </a:lnTo>
                  <a:lnTo>
                    <a:pt x="0" y="0"/>
                  </a:lnTo>
                  <a:lnTo>
                    <a:pt x="120000" y="0"/>
                  </a:lnTo>
                  <a:lnTo>
                    <a:pt x="120000" y="11275"/>
                  </a:lnTo>
                  <a:lnTo>
                    <a:pt x="34545"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5" name="Google Shape;195;p8"/>
            <p:cNvSpPr/>
            <p:nvPr/>
          </p:nvSpPr>
          <p:spPr>
            <a:xfrm>
              <a:off x="7040226" y="4263287"/>
              <a:ext cx="78677" cy="113895"/>
            </a:xfrm>
            <a:custGeom>
              <a:rect b="b" l="l" r="r" t="t"/>
              <a:pathLst>
                <a:path extrusionOk="0" h="120000" w="120000">
                  <a:moveTo>
                    <a:pt x="60000" y="120000"/>
                  </a:moveTo>
                  <a:cubicBezTo>
                    <a:pt x="15789" y="120000"/>
                    <a:pt x="0" y="93818"/>
                    <a:pt x="0" y="58909"/>
                  </a:cubicBezTo>
                  <a:cubicBezTo>
                    <a:pt x="0" y="26181"/>
                    <a:pt x="15789" y="0"/>
                    <a:pt x="60000" y="0"/>
                  </a:cubicBezTo>
                  <a:cubicBezTo>
                    <a:pt x="104210" y="0"/>
                    <a:pt x="120000" y="26181"/>
                    <a:pt x="120000" y="58909"/>
                  </a:cubicBezTo>
                  <a:cubicBezTo>
                    <a:pt x="120000" y="93818"/>
                    <a:pt x="104210" y="120000"/>
                    <a:pt x="60000" y="120000"/>
                  </a:cubicBezTo>
                  <a:close/>
                  <a:moveTo>
                    <a:pt x="60000" y="8727"/>
                  </a:moveTo>
                  <a:cubicBezTo>
                    <a:pt x="28421" y="8727"/>
                    <a:pt x="22105" y="34909"/>
                    <a:pt x="22105" y="58909"/>
                  </a:cubicBezTo>
                  <a:cubicBezTo>
                    <a:pt x="22105" y="82909"/>
                    <a:pt x="28421" y="106909"/>
                    <a:pt x="60000" y="106909"/>
                  </a:cubicBezTo>
                  <a:cubicBezTo>
                    <a:pt x="91578" y="106909"/>
                    <a:pt x="97894" y="82909"/>
                    <a:pt x="97894" y="58909"/>
                  </a:cubicBezTo>
                  <a:cubicBezTo>
                    <a:pt x="97894" y="34909"/>
                    <a:pt x="91578" y="8727"/>
                    <a:pt x="60000" y="8727"/>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6" name="Google Shape;196;p8"/>
            <p:cNvSpPr/>
            <p:nvPr/>
          </p:nvSpPr>
          <p:spPr>
            <a:xfrm>
              <a:off x="7154121"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7" name="Google Shape;197;p8"/>
            <p:cNvSpPr/>
            <p:nvPr/>
          </p:nvSpPr>
          <p:spPr>
            <a:xfrm>
              <a:off x="7302484" y="4263287"/>
              <a:ext cx="59945" cy="113895"/>
            </a:xfrm>
            <a:custGeom>
              <a:rect b="b" l="l" r="r" t="t"/>
              <a:pathLst>
                <a:path extrusionOk="0" h="120000" w="120000">
                  <a:moveTo>
                    <a:pt x="53793" y="120000"/>
                  </a:moveTo>
                  <a:cubicBezTo>
                    <a:pt x="24827" y="120000"/>
                    <a:pt x="12413" y="117818"/>
                    <a:pt x="0" y="113454"/>
                  </a:cubicBezTo>
                  <a:cubicBezTo>
                    <a:pt x="8275" y="102545"/>
                    <a:pt x="8275" y="102545"/>
                    <a:pt x="8275" y="102545"/>
                  </a:cubicBezTo>
                  <a:cubicBezTo>
                    <a:pt x="16551" y="104727"/>
                    <a:pt x="28965" y="106909"/>
                    <a:pt x="45517" y="106909"/>
                  </a:cubicBezTo>
                  <a:cubicBezTo>
                    <a:pt x="70344" y="106909"/>
                    <a:pt x="86896" y="98181"/>
                    <a:pt x="86896" y="85090"/>
                  </a:cubicBezTo>
                  <a:cubicBezTo>
                    <a:pt x="86896" y="74181"/>
                    <a:pt x="78620" y="69818"/>
                    <a:pt x="49655" y="63272"/>
                  </a:cubicBezTo>
                  <a:cubicBezTo>
                    <a:pt x="12413" y="54545"/>
                    <a:pt x="4137" y="43636"/>
                    <a:pt x="4137" y="32727"/>
                  </a:cubicBezTo>
                  <a:cubicBezTo>
                    <a:pt x="4137" y="13090"/>
                    <a:pt x="24827" y="0"/>
                    <a:pt x="66206" y="0"/>
                  </a:cubicBezTo>
                  <a:cubicBezTo>
                    <a:pt x="86896" y="0"/>
                    <a:pt x="99310" y="2181"/>
                    <a:pt x="111724" y="4363"/>
                  </a:cubicBezTo>
                  <a:cubicBezTo>
                    <a:pt x="103448" y="15272"/>
                    <a:pt x="103448" y="15272"/>
                    <a:pt x="103448" y="15272"/>
                  </a:cubicBezTo>
                  <a:cubicBezTo>
                    <a:pt x="95172" y="13090"/>
                    <a:pt x="82758" y="8727"/>
                    <a:pt x="70344" y="8727"/>
                  </a:cubicBezTo>
                  <a:cubicBezTo>
                    <a:pt x="45517" y="8727"/>
                    <a:pt x="33103" y="17454"/>
                    <a:pt x="33103" y="30545"/>
                  </a:cubicBezTo>
                  <a:cubicBezTo>
                    <a:pt x="33103" y="41454"/>
                    <a:pt x="49655" y="48000"/>
                    <a:pt x="70344" y="52363"/>
                  </a:cubicBezTo>
                  <a:cubicBezTo>
                    <a:pt x="111724" y="61090"/>
                    <a:pt x="120000" y="74181"/>
                    <a:pt x="120000" y="85090"/>
                  </a:cubicBezTo>
                  <a:cubicBezTo>
                    <a:pt x="120000" y="104727"/>
                    <a:pt x="91034" y="120000"/>
                    <a:pt x="53793"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8" name="Google Shape;198;p8"/>
            <p:cNvSpPr/>
            <p:nvPr/>
          </p:nvSpPr>
          <p:spPr>
            <a:xfrm>
              <a:off x="7391651" y="4263287"/>
              <a:ext cx="109399" cy="111647"/>
            </a:xfrm>
            <a:custGeom>
              <a:rect b="b" l="l" r="r" t="t"/>
              <a:pathLst>
                <a:path extrusionOk="0" h="120000" w="120000">
                  <a:moveTo>
                    <a:pt x="104150" y="120000"/>
                  </a:moveTo>
                  <a:cubicBezTo>
                    <a:pt x="104150" y="117777"/>
                    <a:pt x="95094" y="31111"/>
                    <a:pt x="95094" y="31111"/>
                  </a:cubicBezTo>
                  <a:cubicBezTo>
                    <a:pt x="92830" y="22222"/>
                    <a:pt x="92830" y="15555"/>
                    <a:pt x="92830" y="15555"/>
                  </a:cubicBezTo>
                  <a:cubicBezTo>
                    <a:pt x="92830" y="15555"/>
                    <a:pt x="92830" y="15555"/>
                    <a:pt x="92830" y="15555"/>
                  </a:cubicBezTo>
                  <a:cubicBezTo>
                    <a:pt x="92830" y="15555"/>
                    <a:pt x="92830" y="22222"/>
                    <a:pt x="90566" y="31111"/>
                  </a:cubicBezTo>
                  <a:cubicBezTo>
                    <a:pt x="90566" y="31111"/>
                    <a:pt x="65660" y="117777"/>
                    <a:pt x="63396" y="120000"/>
                  </a:cubicBezTo>
                  <a:cubicBezTo>
                    <a:pt x="54339" y="120000"/>
                    <a:pt x="54339" y="120000"/>
                    <a:pt x="54339" y="120000"/>
                  </a:cubicBezTo>
                  <a:cubicBezTo>
                    <a:pt x="52075" y="117777"/>
                    <a:pt x="27169" y="31111"/>
                    <a:pt x="27169" y="31111"/>
                  </a:cubicBezTo>
                  <a:cubicBezTo>
                    <a:pt x="24905" y="24444"/>
                    <a:pt x="24905" y="15555"/>
                    <a:pt x="24905" y="15555"/>
                  </a:cubicBezTo>
                  <a:cubicBezTo>
                    <a:pt x="24905" y="15555"/>
                    <a:pt x="24905" y="15555"/>
                    <a:pt x="24905" y="15555"/>
                  </a:cubicBezTo>
                  <a:cubicBezTo>
                    <a:pt x="24905" y="15555"/>
                    <a:pt x="24905" y="24444"/>
                    <a:pt x="22641" y="31111"/>
                  </a:cubicBezTo>
                  <a:cubicBezTo>
                    <a:pt x="22641" y="31111"/>
                    <a:pt x="13584" y="117777"/>
                    <a:pt x="13584" y="120000"/>
                  </a:cubicBezTo>
                  <a:cubicBezTo>
                    <a:pt x="0" y="120000"/>
                    <a:pt x="0" y="120000"/>
                    <a:pt x="0" y="120000"/>
                  </a:cubicBezTo>
                  <a:cubicBezTo>
                    <a:pt x="13584" y="0"/>
                    <a:pt x="13584" y="0"/>
                    <a:pt x="13584" y="0"/>
                  </a:cubicBezTo>
                  <a:cubicBezTo>
                    <a:pt x="31698" y="0"/>
                    <a:pt x="31698" y="0"/>
                    <a:pt x="31698" y="0"/>
                  </a:cubicBezTo>
                  <a:cubicBezTo>
                    <a:pt x="56603" y="86666"/>
                    <a:pt x="56603" y="86666"/>
                    <a:pt x="56603" y="86666"/>
                  </a:cubicBezTo>
                  <a:cubicBezTo>
                    <a:pt x="58867" y="95555"/>
                    <a:pt x="58867" y="100000"/>
                    <a:pt x="58867" y="100000"/>
                  </a:cubicBezTo>
                  <a:cubicBezTo>
                    <a:pt x="58867" y="100000"/>
                    <a:pt x="58867" y="100000"/>
                    <a:pt x="58867" y="100000"/>
                  </a:cubicBezTo>
                  <a:cubicBezTo>
                    <a:pt x="58867" y="100000"/>
                    <a:pt x="61132" y="95555"/>
                    <a:pt x="63396" y="86666"/>
                  </a:cubicBezTo>
                  <a:cubicBezTo>
                    <a:pt x="88301" y="0"/>
                    <a:pt x="88301" y="0"/>
                    <a:pt x="88301" y="0"/>
                  </a:cubicBezTo>
                  <a:cubicBezTo>
                    <a:pt x="104150" y="0"/>
                    <a:pt x="104150" y="0"/>
                    <a:pt x="104150" y="0"/>
                  </a:cubicBezTo>
                  <a:cubicBezTo>
                    <a:pt x="120000" y="120000"/>
                    <a:pt x="120000" y="120000"/>
                    <a:pt x="120000" y="120000"/>
                  </a:cubicBezTo>
                  <a:lnTo>
                    <a:pt x="10415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99" name="Google Shape;199;p8"/>
            <p:cNvSpPr/>
            <p:nvPr/>
          </p:nvSpPr>
          <p:spPr>
            <a:xfrm>
              <a:off x="7523529" y="4263287"/>
              <a:ext cx="89168" cy="111647"/>
            </a:xfrm>
            <a:custGeom>
              <a:rect b="b" l="l" r="r" t="t"/>
              <a:pathLst>
                <a:path extrusionOk="0" h="120000" w="120000">
                  <a:moveTo>
                    <a:pt x="97674"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97674" y="120000"/>
                  </a:lnTo>
                  <a:close/>
                  <a:moveTo>
                    <a:pt x="64186" y="28888"/>
                  </a:moveTo>
                  <a:cubicBezTo>
                    <a:pt x="58604" y="20000"/>
                    <a:pt x="58604" y="15555"/>
                    <a:pt x="58604" y="15555"/>
                  </a:cubicBezTo>
                  <a:cubicBezTo>
                    <a:pt x="58604" y="15555"/>
                    <a:pt x="58604" y="15555"/>
                    <a:pt x="58604" y="15555"/>
                  </a:cubicBezTo>
                  <a:cubicBezTo>
                    <a:pt x="58604" y="15555"/>
                    <a:pt x="58604" y="20000"/>
                    <a:pt x="5302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0" name="Google Shape;200;p8"/>
            <p:cNvSpPr/>
            <p:nvPr/>
          </p:nvSpPr>
          <p:spPr>
            <a:xfrm>
              <a:off x="7639671" y="4263287"/>
              <a:ext cx="68187" cy="111647"/>
            </a:xfrm>
            <a:custGeom>
              <a:rect b="b" l="l" r="r" t="t"/>
              <a:pathLst>
                <a:path extrusionOk="0" h="120000" w="120000">
                  <a:moveTo>
                    <a:pt x="90909"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47272" y="0"/>
                  </a:cubicBezTo>
                  <a:cubicBezTo>
                    <a:pt x="94545" y="0"/>
                    <a:pt x="116363" y="11111"/>
                    <a:pt x="116363" y="33333"/>
                  </a:cubicBezTo>
                  <a:cubicBezTo>
                    <a:pt x="116363" y="55555"/>
                    <a:pt x="90909" y="66666"/>
                    <a:pt x="58181" y="66666"/>
                  </a:cubicBezTo>
                  <a:cubicBezTo>
                    <a:pt x="58181" y="66666"/>
                    <a:pt x="58181" y="66666"/>
                    <a:pt x="58181" y="66666"/>
                  </a:cubicBezTo>
                  <a:cubicBezTo>
                    <a:pt x="120000" y="120000"/>
                    <a:pt x="120000" y="120000"/>
                    <a:pt x="120000" y="120000"/>
                  </a:cubicBezTo>
                  <a:lnTo>
                    <a:pt x="90909" y="120000"/>
                  </a:lnTo>
                  <a:close/>
                  <a:moveTo>
                    <a:pt x="47272"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1" name="Google Shape;201;p8"/>
            <p:cNvSpPr/>
            <p:nvPr/>
          </p:nvSpPr>
          <p:spPr>
            <a:xfrm>
              <a:off x="7728090" y="4263287"/>
              <a:ext cx="59945" cy="111647"/>
            </a:xfrm>
            <a:custGeom>
              <a:rect b="b" l="l" r="r" t="t"/>
              <a:pathLst>
                <a:path extrusionOk="0" h="120000" w="120000">
                  <a:moveTo>
                    <a:pt x="75000" y="11275"/>
                  </a:moveTo>
                  <a:lnTo>
                    <a:pt x="75000" y="120000"/>
                  </a:lnTo>
                  <a:lnTo>
                    <a:pt x="45000" y="120000"/>
                  </a:lnTo>
                  <a:lnTo>
                    <a:pt x="45000" y="11275"/>
                  </a:lnTo>
                  <a:lnTo>
                    <a:pt x="0" y="11275"/>
                  </a:lnTo>
                  <a:lnTo>
                    <a:pt x="0" y="0"/>
                  </a:lnTo>
                  <a:lnTo>
                    <a:pt x="120000" y="0"/>
                  </a:lnTo>
                  <a:lnTo>
                    <a:pt x="120000" y="11275"/>
                  </a:lnTo>
                  <a:lnTo>
                    <a:pt x="75000" y="11275"/>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2" name="Google Shape;202;p8"/>
            <p:cNvSpPr/>
            <p:nvPr/>
          </p:nvSpPr>
          <p:spPr>
            <a:xfrm>
              <a:off x="7817257" y="4263287"/>
              <a:ext cx="51702" cy="111647"/>
            </a:xfrm>
            <a:custGeom>
              <a:rect b="b" l="l" r="r" t="t"/>
              <a:pathLst>
                <a:path extrusionOk="0" h="120000" w="120000">
                  <a:moveTo>
                    <a:pt x="0" y="120000"/>
                  </a:moveTo>
                  <a:lnTo>
                    <a:pt x="0" y="0"/>
                  </a:lnTo>
                  <a:lnTo>
                    <a:pt x="120000" y="0"/>
                  </a:lnTo>
                  <a:lnTo>
                    <a:pt x="120000" y="11275"/>
                  </a:lnTo>
                  <a:lnTo>
                    <a:pt x="33043" y="11275"/>
                  </a:lnTo>
                  <a:lnTo>
                    <a:pt x="33043" y="53154"/>
                  </a:lnTo>
                  <a:lnTo>
                    <a:pt x="109565" y="53154"/>
                  </a:lnTo>
                  <a:lnTo>
                    <a:pt x="109565" y="64429"/>
                  </a:lnTo>
                  <a:lnTo>
                    <a:pt x="33043" y="64429"/>
                  </a:lnTo>
                  <a:lnTo>
                    <a:pt x="33043" y="108724"/>
                  </a:lnTo>
                  <a:lnTo>
                    <a:pt x="120000" y="108724"/>
                  </a:lnTo>
                  <a:lnTo>
                    <a:pt x="120000" y="120000"/>
                  </a:lnTo>
                  <a:lnTo>
                    <a:pt x="0" y="120000"/>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3" name="Google Shape;203;p8"/>
            <p:cNvSpPr/>
            <p:nvPr/>
          </p:nvSpPr>
          <p:spPr>
            <a:xfrm>
              <a:off x="7901929" y="4263287"/>
              <a:ext cx="68187" cy="111647"/>
            </a:xfrm>
            <a:custGeom>
              <a:rect b="b" l="l" r="r" t="t"/>
              <a:pathLst>
                <a:path extrusionOk="0" h="120000" w="120000">
                  <a:moveTo>
                    <a:pt x="87272" y="120000"/>
                  </a:moveTo>
                  <a:cubicBezTo>
                    <a:pt x="25454" y="64444"/>
                    <a:pt x="25454" y="64444"/>
                    <a:pt x="25454"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7272" y="2222"/>
                    <a:pt x="25454" y="0"/>
                    <a:pt x="47272" y="0"/>
                  </a:cubicBezTo>
                  <a:cubicBezTo>
                    <a:pt x="90909" y="0"/>
                    <a:pt x="112727" y="11111"/>
                    <a:pt x="112727" y="33333"/>
                  </a:cubicBezTo>
                  <a:cubicBezTo>
                    <a:pt x="112727" y="55555"/>
                    <a:pt x="90909" y="66666"/>
                    <a:pt x="54545" y="66666"/>
                  </a:cubicBezTo>
                  <a:cubicBezTo>
                    <a:pt x="54545" y="66666"/>
                    <a:pt x="54545" y="66666"/>
                    <a:pt x="54545" y="66666"/>
                  </a:cubicBezTo>
                  <a:cubicBezTo>
                    <a:pt x="120000" y="120000"/>
                    <a:pt x="120000" y="120000"/>
                    <a:pt x="120000" y="120000"/>
                  </a:cubicBezTo>
                  <a:lnTo>
                    <a:pt x="87272" y="120000"/>
                  </a:lnTo>
                  <a:close/>
                  <a:moveTo>
                    <a:pt x="47272" y="8888"/>
                  </a:moveTo>
                  <a:cubicBezTo>
                    <a:pt x="36363" y="8888"/>
                    <a:pt x="29090" y="8888"/>
                    <a:pt x="25454" y="11111"/>
                  </a:cubicBezTo>
                  <a:cubicBezTo>
                    <a:pt x="25454" y="60000"/>
                    <a:pt x="25454" y="60000"/>
                    <a:pt x="25454" y="60000"/>
                  </a:cubicBezTo>
                  <a:cubicBezTo>
                    <a:pt x="25454" y="62222"/>
                    <a:pt x="32727" y="62222"/>
                    <a:pt x="40000" y="62222"/>
                  </a:cubicBezTo>
                  <a:cubicBezTo>
                    <a:pt x="72727" y="62222"/>
                    <a:pt x="87272" y="51111"/>
                    <a:pt x="87272" y="35555"/>
                  </a:cubicBezTo>
                  <a:cubicBezTo>
                    <a:pt x="87272" y="17777"/>
                    <a:pt x="76363" y="8888"/>
                    <a:pt x="47272"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4" name="Google Shape;204;p8"/>
            <p:cNvSpPr/>
            <p:nvPr/>
          </p:nvSpPr>
          <p:spPr>
            <a:xfrm>
              <a:off x="8052539" y="4263287"/>
              <a:ext cx="63691" cy="113895"/>
            </a:xfrm>
            <a:custGeom>
              <a:rect b="b" l="l" r="r" t="t"/>
              <a:pathLst>
                <a:path extrusionOk="0" h="120000" w="120000">
                  <a:moveTo>
                    <a:pt x="77419" y="120000"/>
                  </a:moveTo>
                  <a:cubicBezTo>
                    <a:pt x="27096" y="120000"/>
                    <a:pt x="0" y="91636"/>
                    <a:pt x="0" y="58909"/>
                  </a:cubicBezTo>
                  <a:cubicBezTo>
                    <a:pt x="0" y="26181"/>
                    <a:pt x="27096" y="0"/>
                    <a:pt x="77419" y="0"/>
                  </a:cubicBezTo>
                  <a:cubicBezTo>
                    <a:pt x="96774" y="0"/>
                    <a:pt x="108387" y="2181"/>
                    <a:pt x="116129" y="6545"/>
                  </a:cubicBezTo>
                  <a:cubicBezTo>
                    <a:pt x="112258" y="15272"/>
                    <a:pt x="112258" y="15272"/>
                    <a:pt x="112258" y="15272"/>
                  </a:cubicBezTo>
                  <a:cubicBezTo>
                    <a:pt x="104516" y="13090"/>
                    <a:pt x="96774" y="10909"/>
                    <a:pt x="81290" y="10909"/>
                  </a:cubicBezTo>
                  <a:cubicBezTo>
                    <a:pt x="42580" y="10909"/>
                    <a:pt x="27096" y="34909"/>
                    <a:pt x="27096" y="58909"/>
                  </a:cubicBezTo>
                  <a:cubicBezTo>
                    <a:pt x="27096" y="85090"/>
                    <a:pt x="42580" y="106909"/>
                    <a:pt x="81290" y="106909"/>
                  </a:cubicBezTo>
                  <a:cubicBezTo>
                    <a:pt x="92903" y="106909"/>
                    <a:pt x="104516" y="106909"/>
                    <a:pt x="112258" y="102545"/>
                  </a:cubicBezTo>
                  <a:cubicBezTo>
                    <a:pt x="120000" y="113454"/>
                    <a:pt x="120000" y="113454"/>
                    <a:pt x="120000" y="113454"/>
                  </a:cubicBezTo>
                  <a:cubicBezTo>
                    <a:pt x="108387" y="117818"/>
                    <a:pt x="92903" y="120000"/>
                    <a:pt x="77419"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5" name="Google Shape;205;p8"/>
            <p:cNvSpPr/>
            <p:nvPr/>
          </p:nvSpPr>
          <p:spPr>
            <a:xfrm>
              <a:off x="8134963" y="4263287"/>
              <a:ext cx="89168" cy="111647"/>
            </a:xfrm>
            <a:custGeom>
              <a:rect b="b" l="l" r="r" t="t"/>
              <a:pathLst>
                <a:path extrusionOk="0" h="120000" w="120000">
                  <a:moveTo>
                    <a:pt x="100465" y="120000"/>
                  </a:moveTo>
                  <a:cubicBezTo>
                    <a:pt x="83720" y="84444"/>
                    <a:pt x="83720" y="84444"/>
                    <a:pt x="83720" y="84444"/>
                  </a:cubicBezTo>
                  <a:cubicBezTo>
                    <a:pt x="33488" y="84444"/>
                    <a:pt x="33488" y="84444"/>
                    <a:pt x="33488" y="84444"/>
                  </a:cubicBezTo>
                  <a:cubicBezTo>
                    <a:pt x="19534" y="120000"/>
                    <a:pt x="19534" y="120000"/>
                    <a:pt x="19534" y="120000"/>
                  </a:cubicBezTo>
                  <a:cubicBezTo>
                    <a:pt x="0" y="120000"/>
                    <a:pt x="0" y="120000"/>
                    <a:pt x="0" y="120000"/>
                  </a:cubicBezTo>
                  <a:cubicBezTo>
                    <a:pt x="50232" y="0"/>
                    <a:pt x="50232" y="0"/>
                    <a:pt x="50232" y="0"/>
                  </a:cubicBezTo>
                  <a:cubicBezTo>
                    <a:pt x="69767" y="0"/>
                    <a:pt x="69767" y="0"/>
                    <a:pt x="69767" y="0"/>
                  </a:cubicBezTo>
                  <a:cubicBezTo>
                    <a:pt x="120000" y="120000"/>
                    <a:pt x="120000" y="120000"/>
                    <a:pt x="120000" y="120000"/>
                  </a:cubicBezTo>
                  <a:lnTo>
                    <a:pt x="100465" y="120000"/>
                  </a:lnTo>
                  <a:close/>
                  <a:moveTo>
                    <a:pt x="64186" y="28888"/>
                  </a:moveTo>
                  <a:cubicBezTo>
                    <a:pt x="61395" y="20000"/>
                    <a:pt x="58604" y="15555"/>
                    <a:pt x="58604" y="15555"/>
                  </a:cubicBezTo>
                  <a:cubicBezTo>
                    <a:pt x="58604" y="15555"/>
                    <a:pt x="58604" y="15555"/>
                    <a:pt x="58604" y="15555"/>
                  </a:cubicBezTo>
                  <a:cubicBezTo>
                    <a:pt x="58604" y="15555"/>
                    <a:pt x="58604" y="20000"/>
                    <a:pt x="55813" y="28888"/>
                  </a:cubicBezTo>
                  <a:cubicBezTo>
                    <a:pt x="36279" y="75555"/>
                    <a:pt x="36279" y="75555"/>
                    <a:pt x="36279" y="75555"/>
                  </a:cubicBezTo>
                  <a:cubicBezTo>
                    <a:pt x="80930" y="75555"/>
                    <a:pt x="80930" y="75555"/>
                    <a:pt x="80930" y="75555"/>
                  </a:cubicBezTo>
                  <a:lnTo>
                    <a:pt x="64186" y="28888"/>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6" name="Google Shape;206;p8"/>
            <p:cNvSpPr/>
            <p:nvPr/>
          </p:nvSpPr>
          <p:spPr>
            <a:xfrm>
              <a:off x="8250356" y="4263287"/>
              <a:ext cx="68187" cy="111647"/>
            </a:xfrm>
            <a:custGeom>
              <a:rect b="b" l="l" r="r" t="t"/>
              <a:pathLst>
                <a:path extrusionOk="0" h="120000" w="120000">
                  <a:moveTo>
                    <a:pt x="90909" y="120000"/>
                  </a:moveTo>
                  <a:cubicBezTo>
                    <a:pt x="29090" y="64444"/>
                    <a:pt x="29090" y="64444"/>
                    <a:pt x="29090" y="64444"/>
                  </a:cubicBezTo>
                  <a:cubicBezTo>
                    <a:pt x="25454" y="64444"/>
                    <a:pt x="25454" y="64444"/>
                    <a:pt x="25454" y="64444"/>
                  </a:cubicBezTo>
                  <a:cubicBezTo>
                    <a:pt x="25454" y="120000"/>
                    <a:pt x="25454" y="120000"/>
                    <a:pt x="25454" y="120000"/>
                  </a:cubicBezTo>
                  <a:cubicBezTo>
                    <a:pt x="0" y="120000"/>
                    <a:pt x="0" y="120000"/>
                    <a:pt x="0" y="120000"/>
                  </a:cubicBezTo>
                  <a:cubicBezTo>
                    <a:pt x="0" y="4444"/>
                    <a:pt x="0" y="4444"/>
                    <a:pt x="0" y="4444"/>
                  </a:cubicBezTo>
                  <a:cubicBezTo>
                    <a:pt x="10909" y="2222"/>
                    <a:pt x="29090" y="0"/>
                    <a:pt x="50909" y="0"/>
                  </a:cubicBezTo>
                  <a:cubicBezTo>
                    <a:pt x="94545" y="0"/>
                    <a:pt x="116363" y="11111"/>
                    <a:pt x="116363" y="33333"/>
                  </a:cubicBezTo>
                  <a:cubicBezTo>
                    <a:pt x="116363" y="55555"/>
                    <a:pt x="94545" y="66666"/>
                    <a:pt x="58181" y="66666"/>
                  </a:cubicBezTo>
                  <a:cubicBezTo>
                    <a:pt x="58181" y="66666"/>
                    <a:pt x="58181" y="66666"/>
                    <a:pt x="58181" y="66666"/>
                  </a:cubicBezTo>
                  <a:cubicBezTo>
                    <a:pt x="120000" y="120000"/>
                    <a:pt x="120000" y="120000"/>
                    <a:pt x="120000" y="120000"/>
                  </a:cubicBezTo>
                  <a:lnTo>
                    <a:pt x="90909" y="120000"/>
                  </a:lnTo>
                  <a:close/>
                  <a:moveTo>
                    <a:pt x="50909" y="8888"/>
                  </a:moveTo>
                  <a:cubicBezTo>
                    <a:pt x="40000" y="8888"/>
                    <a:pt x="32727" y="8888"/>
                    <a:pt x="25454" y="11111"/>
                  </a:cubicBezTo>
                  <a:cubicBezTo>
                    <a:pt x="25454" y="60000"/>
                    <a:pt x="25454" y="60000"/>
                    <a:pt x="25454" y="60000"/>
                  </a:cubicBezTo>
                  <a:cubicBezTo>
                    <a:pt x="29090" y="62222"/>
                    <a:pt x="36363" y="62222"/>
                    <a:pt x="43636" y="62222"/>
                  </a:cubicBezTo>
                  <a:cubicBezTo>
                    <a:pt x="76363" y="62222"/>
                    <a:pt x="90909" y="51111"/>
                    <a:pt x="90909" y="35555"/>
                  </a:cubicBezTo>
                  <a:cubicBezTo>
                    <a:pt x="90909" y="17777"/>
                    <a:pt x="76363" y="8888"/>
                    <a:pt x="50909" y="8888"/>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07" name="Google Shape;207;p8"/>
            <p:cNvSpPr/>
            <p:nvPr/>
          </p:nvSpPr>
          <p:spPr>
            <a:xfrm>
              <a:off x="8345518" y="4263287"/>
              <a:ext cx="57697" cy="113895"/>
            </a:xfrm>
            <a:custGeom>
              <a:rect b="b" l="l" r="r" t="t"/>
              <a:pathLst>
                <a:path extrusionOk="0" h="120000" w="120000">
                  <a:moveTo>
                    <a:pt x="51428" y="120000"/>
                  </a:moveTo>
                  <a:cubicBezTo>
                    <a:pt x="25714" y="120000"/>
                    <a:pt x="8571" y="117818"/>
                    <a:pt x="0" y="113454"/>
                  </a:cubicBezTo>
                  <a:cubicBezTo>
                    <a:pt x="4285" y="102545"/>
                    <a:pt x="4285" y="102545"/>
                    <a:pt x="4285" y="102545"/>
                  </a:cubicBezTo>
                  <a:cubicBezTo>
                    <a:pt x="12857" y="104727"/>
                    <a:pt x="29999" y="106909"/>
                    <a:pt x="47142" y="106909"/>
                  </a:cubicBezTo>
                  <a:cubicBezTo>
                    <a:pt x="72857" y="106909"/>
                    <a:pt x="89999" y="98181"/>
                    <a:pt x="89999" y="85090"/>
                  </a:cubicBezTo>
                  <a:cubicBezTo>
                    <a:pt x="89999" y="74181"/>
                    <a:pt x="77142" y="69818"/>
                    <a:pt x="47142" y="63272"/>
                  </a:cubicBezTo>
                  <a:cubicBezTo>
                    <a:pt x="12857" y="54545"/>
                    <a:pt x="0" y="43636"/>
                    <a:pt x="0" y="32727"/>
                  </a:cubicBezTo>
                  <a:cubicBezTo>
                    <a:pt x="0" y="13090"/>
                    <a:pt x="25714" y="0"/>
                    <a:pt x="64285" y="0"/>
                  </a:cubicBezTo>
                  <a:cubicBezTo>
                    <a:pt x="85714" y="0"/>
                    <a:pt x="102857" y="2181"/>
                    <a:pt x="111428" y="4363"/>
                  </a:cubicBezTo>
                  <a:cubicBezTo>
                    <a:pt x="107142" y="15272"/>
                    <a:pt x="107142" y="15272"/>
                    <a:pt x="107142" y="15272"/>
                  </a:cubicBezTo>
                  <a:cubicBezTo>
                    <a:pt x="98571" y="13090"/>
                    <a:pt x="85714" y="8727"/>
                    <a:pt x="68571" y="8727"/>
                  </a:cubicBezTo>
                  <a:cubicBezTo>
                    <a:pt x="42857" y="8727"/>
                    <a:pt x="29999" y="17454"/>
                    <a:pt x="29999" y="30545"/>
                  </a:cubicBezTo>
                  <a:cubicBezTo>
                    <a:pt x="29999" y="41454"/>
                    <a:pt x="47142" y="48000"/>
                    <a:pt x="68571" y="52363"/>
                  </a:cubicBezTo>
                  <a:cubicBezTo>
                    <a:pt x="115714" y="61090"/>
                    <a:pt x="119999" y="74181"/>
                    <a:pt x="119999" y="85090"/>
                  </a:cubicBezTo>
                  <a:cubicBezTo>
                    <a:pt x="119999" y="104727"/>
                    <a:pt x="89999" y="120000"/>
                    <a:pt x="51428" y="120000"/>
                  </a:cubicBez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208" name="Google Shape;208;p8"/>
          <p:cNvSpPr txBox="1"/>
          <p:nvPr>
            <p:ph idx="1" type="subTitle"/>
          </p:nvPr>
        </p:nvSpPr>
        <p:spPr>
          <a:xfrm>
            <a:off x="209500" y="2829525"/>
            <a:ext cx="5299200" cy="2307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SzPts val="1200"/>
              <a:buNone/>
              <a:defRPr>
                <a:solidFill>
                  <a:srgbClr val="892A80"/>
                </a:solidFill>
              </a:defRPr>
            </a:lvl1pPr>
            <a:lvl2pPr lvl="1" algn="l">
              <a:lnSpc>
                <a:spcPct val="100000"/>
              </a:lnSpc>
              <a:spcBef>
                <a:spcPts val="1000"/>
              </a:spcBef>
              <a:spcAft>
                <a:spcPts val="0"/>
              </a:spcAft>
              <a:buSzPts val="1100"/>
              <a:buNone/>
              <a:defRPr/>
            </a:lvl2pPr>
            <a:lvl3pPr lvl="2" algn="l">
              <a:lnSpc>
                <a:spcPct val="100000"/>
              </a:lnSpc>
              <a:spcBef>
                <a:spcPts val="900"/>
              </a:spcBef>
              <a:spcAft>
                <a:spcPts val="0"/>
              </a:spcAft>
              <a:buSzPts val="1000"/>
              <a:buNone/>
              <a:defRPr/>
            </a:lvl3pPr>
            <a:lvl4pPr lvl="3" algn="l">
              <a:lnSpc>
                <a:spcPct val="100000"/>
              </a:lnSpc>
              <a:spcBef>
                <a:spcPts val="900"/>
              </a:spcBef>
              <a:spcAft>
                <a:spcPts val="0"/>
              </a:spcAft>
              <a:buSzPts val="1100"/>
              <a:buNone/>
              <a:defRPr/>
            </a:lvl4pPr>
            <a:lvl5pPr lvl="4" algn="l">
              <a:lnSpc>
                <a:spcPct val="100000"/>
              </a:lnSpc>
              <a:spcBef>
                <a:spcPts val="900"/>
              </a:spcBef>
              <a:spcAft>
                <a:spcPts val="0"/>
              </a:spcAft>
              <a:buSzPts val="1100"/>
              <a:buNone/>
              <a:defRPr/>
            </a:lvl5pPr>
            <a:lvl6pPr lvl="5" algn="l">
              <a:lnSpc>
                <a:spcPct val="100000"/>
              </a:lnSpc>
              <a:spcBef>
                <a:spcPts val="900"/>
              </a:spcBef>
              <a:spcAft>
                <a:spcPts val="0"/>
              </a:spcAft>
              <a:buSzPts val="1100"/>
              <a:buNone/>
              <a:defRPr/>
            </a:lvl6pPr>
            <a:lvl7pPr lvl="6" algn="l">
              <a:lnSpc>
                <a:spcPct val="100000"/>
              </a:lnSpc>
              <a:spcBef>
                <a:spcPts val="900"/>
              </a:spcBef>
              <a:spcAft>
                <a:spcPts val="0"/>
              </a:spcAft>
              <a:buSzPts val="1100"/>
              <a:buNone/>
              <a:defRPr/>
            </a:lvl7pPr>
            <a:lvl8pPr lvl="7" algn="l">
              <a:lnSpc>
                <a:spcPct val="100000"/>
              </a:lnSpc>
              <a:spcBef>
                <a:spcPts val="900"/>
              </a:spcBef>
              <a:spcAft>
                <a:spcPts val="0"/>
              </a:spcAft>
              <a:buSzPts val="1100"/>
              <a:buNone/>
              <a:defRPr/>
            </a:lvl8pPr>
            <a:lvl9pPr lvl="8" algn="l">
              <a:lnSpc>
                <a:spcPct val="100000"/>
              </a:lnSpc>
              <a:spcBef>
                <a:spcPts val="900"/>
              </a:spcBef>
              <a:spcAft>
                <a:spcPts val="900"/>
              </a:spcAft>
              <a:buSzPts val="1100"/>
              <a:buNone/>
              <a:defRPr/>
            </a:lvl9pPr>
          </a:lstStyle>
          <a:p/>
        </p:txBody>
      </p:sp>
      <p:sp>
        <p:nvSpPr>
          <p:cNvPr id="209" name="Google Shape;209;p8"/>
          <p:cNvSpPr txBox="1"/>
          <p:nvPr>
            <p:ph type="title"/>
          </p:nvPr>
        </p:nvSpPr>
        <p:spPr>
          <a:xfrm>
            <a:off x="270000" y="3441850"/>
            <a:ext cx="4337700" cy="466800"/>
          </a:xfrm>
          <a:prstGeom prst="rect">
            <a:avLst/>
          </a:prstGeom>
          <a:noFill/>
          <a:ln>
            <a:noFill/>
          </a:ln>
        </p:spPr>
        <p:txBody>
          <a:bodyPr anchorCtr="0" anchor="b" bIns="68575" lIns="68575" spcFirstLastPara="1" rIns="68575" wrap="square" tIns="68575">
            <a:noAutofit/>
          </a:bodyPr>
          <a:lstStyle>
            <a:lvl1pPr lvl="0" algn="l">
              <a:lnSpc>
                <a:spcPct val="90000"/>
              </a:lnSpc>
              <a:spcBef>
                <a:spcPts val="0"/>
              </a:spcBef>
              <a:spcAft>
                <a:spcPts val="0"/>
              </a:spcAft>
              <a:buSzPts val="1100"/>
              <a:buNone/>
              <a:defRPr sz="24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or chapter">
  <p:cSld name="Section or chapter">
    <p:spTree>
      <p:nvGrpSpPr>
        <p:cNvPr id="210" name="Shape 210"/>
        <p:cNvGrpSpPr/>
        <p:nvPr/>
      </p:nvGrpSpPr>
      <p:grpSpPr>
        <a:xfrm>
          <a:off x="0" y="0"/>
          <a:ext cx="0" cy="0"/>
          <a:chOff x="0" y="0"/>
          <a:chExt cx="0" cy="0"/>
        </a:xfrm>
      </p:grpSpPr>
      <p:sp>
        <p:nvSpPr>
          <p:cNvPr id="211" name="Google Shape;211;p9"/>
          <p:cNvSpPr/>
          <p:nvPr/>
        </p:nvSpPr>
        <p:spPr>
          <a:xfrm>
            <a:off x="197514" y="735546"/>
            <a:ext cx="8748900" cy="216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2" name="Google Shape;212;p9"/>
          <p:cNvSpPr txBox="1"/>
          <p:nvPr>
            <p:ph type="ctrTitle"/>
          </p:nvPr>
        </p:nvSpPr>
        <p:spPr>
          <a:xfrm>
            <a:off x="2094601" y="2883243"/>
            <a:ext cx="3449700" cy="581700"/>
          </a:xfrm>
          <a:prstGeom prst="rect">
            <a:avLst/>
          </a:prstGeom>
          <a:noFill/>
          <a:ln>
            <a:noFill/>
          </a:ln>
        </p:spPr>
        <p:txBody>
          <a:bodyPr anchorCtr="0" anchor="t"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21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213" name="Google Shape;213;p9"/>
          <p:cNvSpPr txBox="1"/>
          <p:nvPr>
            <p:ph idx="1" type="subTitle"/>
          </p:nvPr>
        </p:nvSpPr>
        <p:spPr>
          <a:xfrm>
            <a:off x="2094602" y="2554600"/>
            <a:ext cx="3449700" cy="184800"/>
          </a:xfrm>
          <a:prstGeom prst="rect">
            <a:avLst/>
          </a:prstGeom>
          <a:noFill/>
          <a:ln>
            <a:noFill/>
          </a:ln>
        </p:spPr>
        <p:txBody>
          <a:bodyPr anchorCtr="0" anchor="t" bIns="68575" lIns="68575" spcFirstLastPara="1" rIns="68575" wrap="square" tIns="68575">
            <a:noAutofit/>
          </a:bodyPr>
          <a:lstStyle>
            <a:lvl1pPr lvl="0" marR="0" algn="l">
              <a:lnSpc>
                <a:spcPct val="100000"/>
              </a:lnSpc>
              <a:spcBef>
                <a:spcPts val="900"/>
              </a:spcBef>
              <a:spcAft>
                <a:spcPts val="0"/>
              </a:spcAft>
              <a:buClr>
                <a:schemeClr val="lt1"/>
              </a:buClr>
              <a:buSzPts val="1200"/>
              <a:buFont typeface="Arial"/>
              <a:buNone/>
              <a:defRPr b="1" i="0" sz="1200" u="none" cap="none" strike="noStrike">
                <a:solidFill>
                  <a:schemeClr val="lt2"/>
                </a:solidFill>
                <a:latin typeface="Arial"/>
                <a:ea typeface="Arial"/>
                <a:cs typeface="Arial"/>
                <a:sym typeface="Arial"/>
              </a:defRPr>
            </a:lvl1pPr>
            <a:lvl2pPr lvl="1" marR="0" algn="ctr">
              <a:lnSpc>
                <a:spcPct val="100000"/>
              </a:lnSpc>
              <a:spcBef>
                <a:spcPts val="900"/>
              </a:spcBef>
              <a:spcAft>
                <a:spcPts val="0"/>
              </a:spcAft>
              <a:buClr>
                <a:schemeClr val="dk2"/>
              </a:buClr>
              <a:buSzPts val="1100"/>
              <a:buFont typeface="Noto Sans Symbols"/>
              <a:buNone/>
              <a:defRPr b="0" i="0" sz="1400" u="none" cap="none" strike="noStrike">
                <a:solidFill>
                  <a:srgbClr val="888888"/>
                </a:solidFill>
                <a:latin typeface="Arial"/>
                <a:ea typeface="Arial"/>
                <a:cs typeface="Arial"/>
                <a:sym typeface="Arial"/>
              </a:defRPr>
            </a:lvl2pPr>
            <a:lvl3pPr lvl="2" marR="0" algn="ctr">
              <a:lnSpc>
                <a:spcPct val="100000"/>
              </a:lnSpc>
              <a:spcBef>
                <a:spcPts val="500"/>
              </a:spcBef>
              <a:spcAft>
                <a:spcPts val="0"/>
              </a:spcAft>
              <a:buClr>
                <a:schemeClr val="dk2"/>
              </a:buClr>
              <a:buSzPts val="1000"/>
              <a:buFont typeface="Noto Sans Symbols"/>
              <a:buNone/>
              <a:defRPr b="0" i="0" sz="1200" u="none" cap="none" strike="noStrike">
                <a:solidFill>
                  <a:srgbClr val="888888"/>
                </a:solidFill>
                <a:latin typeface="Arial"/>
                <a:ea typeface="Arial"/>
                <a:cs typeface="Arial"/>
                <a:sym typeface="Arial"/>
              </a:defRPr>
            </a:lvl3pPr>
            <a:lvl4pPr lvl="3" marR="0" algn="ctr">
              <a:lnSpc>
                <a:spcPct val="100000"/>
              </a:lnSpc>
              <a:spcBef>
                <a:spcPts val="5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4pPr>
            <a:lvl5pPr lvl="4" marR="0" algn="ctr">
              <a:lnSpc>
                <a:spcPct val="100000"/>
              </a:lnSpc>
              <a:spcBef>
                <a:spcPts val="2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5pPr>
            <a:lvl6pPr lvl="5" marR="0" algn="ctr">
              <a:lnSpc>
                <a:spcPct val="100000"/>
              </a:lnSpc>
              <a:spcBef>
                <a:spcPts val="2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6pPr>
            <a:lvl7pPr lvl="6" marR="0" algn="ctr">
              <a:lnSpc>
                <a:spcPct val="100000"/>
              </a:lnSpc>
              <a:spcBef>
                <a:spcPts val="2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7pPr>
            <a:lvl8pPr lvl="7" marR="0" algn="ctr">
              <a:lnSpc>
                <a:spcPct val="100000"/>
              </a:lnSpc>
              <a:spcBef>
                <a:spcPts val="2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8pPr>
            <a:lvl9pPr lvl="8" marR="0" algn="ctr">
              <a:lnSpc>
                <a:spcPct val="100000"/>
              </a:lnSpc>
              <a:spcBef>
                <a:spcPts val="200"/>
              </a:spcBef>
              <a:spcAft>
                <a:spcPts val="0"/>
              </a:spcAft>
              <a:buClr>
                <a:srgbClr val="888888"/>
              </a:buClr>
              <a:buSzPts val="1100"/>
              <a:buFont typeface="Arial"/>
              <a:buNone/>
              <a:defRPr b="0" i="0" sz="1100" u="none" cap="none" strike="noStrike">
                <a:solidFill>
                  <a:srgbClr val="888888"/>
                </a:solidFill>
                <a:latin typeface="Arial"/>
                <a:ea typeface="Arial"/>
                <a:cs typeface="Arial"/>
                <a:sym typeface="Arial"/>
              </a:defRPr>
            </a:lvl9pPr>
          </a:lstStyle>
          <a:p/>
        </p:txBody>
      </p:sp>
      <p:sp>
        <p:nvSpPr>
          <p:cNvPr id="214" name="Google Shape;214;p9"/>
          <p:cNvSpPr/>
          <p:nvPr>
            <p:ph idx="2" type="pic"/>
          </p:nvPr>
        </p:nvSpPr>
        <p:spPr>
          <a:xfrm>
            <a:off x="2094601" y="627534"/>
            <a:ext cx="3208500" cy="1836300"/>
          </a:xfrm>
          <a:prstGeom prst="rect">
            <a:avLst/>
          </a:prstGeom>
          <a:solidFill>
            <a:srgbClr val="E9EBEC"/>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accent2"/>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15" name="Google Shape;215;p9"/>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ext on the left + picture on the right">
  <p:cSld name="Text on the left + picture on the right">
    <p:spTree>
      <p:nvGrpSpPr>
        <p:cNvPr id="216" name="Shape 216"/>
        <p:cNvGrpSpPr/>
        <p:nvPr/>
      </p:nvGrpSpPr>
      <p:grpSpPr>
        <a:xfrm>
          <a:off x="0" y="0"/>
          <a:ext cx="0" cy="0"/>
          <a:chOff x="0" y="0"/>
          <a:chExt cx="0" cy="0"/>
        </a:xfrm>
      </p:grpSpPr>
      <p:sp>
        <p:nvSpPr>
          <p:cNvPr id="217" name="Google Shape;217;p10"/>
          <p:cNvSpPr txBox="1"/>
          <p:nvPr>
            <p:ph type="title"/>
          </p:nvPr>
        </p:nvSpPr>
        <p:spPr>
          <a:xfrm>
            <a:off x="270000" y="342739"/>
            <a:ext cx="4908000" cy="5115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218" name="Google Shape;218;p10"/>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19" name="Google Shape;219;p10"/>
          <p:cNvSpPr/>
          <p:nvPr>
            <p:ph idx="2" type="pic"/>
          </p:nvPr>
        </p:nvSpPr>
        <p:spPr>
          <a:xfrm>
            <a:off x="5569034" y="1059582"/>
            <a:ext cx="3304800" cy="2415900"/>
          </a:xfrm>
          <a:prstGeom prst="rect">
            <a:avLst/>
          </a:prstGeom>
          <a:solidFill>
            <a:srgbClr val="E9EBEC"/>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accent2"/>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20" name="Google Shape;220;p10"/>
          <p:cNvSpPr txBox="1"/>
          <p:nvPr>
            <p:ph idx="1" type="body"/>
          </p:nvPr>
        </p:nvSpPr>
        <p:spPr>
          <a:xfrm>
            <a:off x="269069" y="1059582"/>
            <a:ext cx="5300100" cy="796500"/>
          </a:xfrm>
          <a:prstGeom prst="rect">
            <a:avLst/>
          </a:prstGeom>
          <a:noFill/>
          <a:ln>
            <a:noFill/>
          </a:ln>
        </p:spPr>
        <p:txBody>
          <a:bodyPr anchorCtr="0" anchor="t" bIns="68575" lIns="68575" spcFirstLastPara="1" rIns="68575" wrap="square" tIns="68575">
            <a:noAutofit/>
          </a:bodyPr>
          <a:lstStyle>
            <a:lvl1pPr indent="-304800" lvl="0" marL="457200" marR="0" algn="l">
              <a:lnSpc>
                <a:spcPct val="100000"/>
              </a:lnSpc>
              <a:spcBef>
                <a:spcPts val="900"/>
              </a:spcBef>
              <a:spcAft>
                <a:spcPts val="0"/>
              </a:spcAft>
              <a:buClr>
                <a:schemeClr val="lt1"/>
              </a:buClr>
              <a:buSzPts val="1200"/>
              <a:buFont typeface="Arial"/>
              <a:buChar char="•"/>
              <a:defRPr b="1" i="0" sz="1500" u="none" cap="none" strike="noStrike">
                <a:solidFill>
                  <a:schemeClr val="accent2"/>
                </a:solidFill>
                <a:latin typeface="Arial"/>
                <a:ea typeface="Arial"/>
                <a:cs typeface="Arial"/>
                <a:sym typeface="Arial"/>
              </a:defRPr>
            </a:lvl1pPr>
            <a:lvl2pPr indent="-298450" lvl="1" marL="914400" marR="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indent="-292100" lvl="2" marL="1371600" marR="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indent="-298450" lvl="3" marL="1828800" marR="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Tree>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p:cSld name="Title only">
    <p:spTree>
      <p:nvGrpSpPr>
        <p:cNvPr id="221" name="Shape 221"/>
        <p:cNvGrpSpPr/>
        <p:nvPr/>
      </p:nvGrpSpPr>
      <p:grpSpPr>
        <a:xfrm>
          <a:off x="0" y="0"/>
          <a:ext cx="0" cy="0"/>
          <a:chOff x="0" y="0"/>
          <a:chExt cx="0" cy="0"/>
        </a:xfrm>
      </p:grpSpPr>
      <p:sp>
        <p:nvSpPr>
          <p:cNvPr id="222" name="Google Shape;222;p11"/>
          <p:cNvSpPr txBox="1"/>
          <p:nvPr>
            <p:ph type="title"/>
          </p:nvPr>
        </p:nvSpPr>
        <p:spPr>
          <a:xfrm>
            <a:off x="270000" y="342739"/>
            <a:ext cx="4908000" cy="5115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223" name="Google Shape;223;p11"/>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ext in the middle + graph on the left + picture on the right">
  <p:cSld name="Text in the middle + graph on the left + picture on the right">
    <p:spTree>
      <p:nvGrpSpPr>
        <p:cNvPr id="224" name="Shape 224"/>
        <p:cNvGrpSpPr/>
        <p:nvPr/>
      </p:nvGrpSpPr>
      <p:grpSpPr>
        <a:xfrm>
          <a:off x="0" y="0"/>
          <a:ext cx="0" cy="0"/>
          <a:chOff x="0" y="0"/>
          <a:chExt cx="0" cy="0"/>
        </a:xfrm>
      </p:grpSpPr>
      <p:sp>
        <p:nvSpPr>
          <p:cNvPr id="225" name="Google Shape;225;p12"/>
          <p:cNvSpPr txBox="1"/>
          <p:nvPr>
            <p:ph type="title"/>
          </p:nvPr>
        </p:nvSpPr>
        <p:spPr>
          <a:xfrm>
            <a:off x="270000" y="342739"/>
            <a:ext cx="4908000" cy="511500"/>
          </a:xfrm>
          <a:prstGeom prst="rect">
            <a:avLst/>
          </a:prstGeom>
          <a:noFill/>
          <a:ln>
            <a:noFill/>
          </a:ln>
        </p:spPr>
        <p:txBody>
          <a:bodyPr anchorCtr="0" anchor="b" bIns="68575" lIns="68575" spcFirstLastPara="1" rIns="68575" wrap="square" tIns="68575">
            <a:noAutofit/>
          </a:bodyPr>
          <a:lstStyle>
            <a:lvl1pPr lvl="0" marR="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226" name="Google Shape;226;p12"/>
          <p:cNvSpPr/>
          <p:nvPr>
            <p:ph idx="2" type="pic"/>
          </p:nvPr>
        </p:nvSpPr>
        <p:spPr>
          <a:xfrm>
            <a:off x="7031351" y="1397907"/>
            <a:ext cx="1842600" cy="2631900"/>
          </a:xfrm>
          <a:prstGeom prst="rect">
            <a:avLst/>
          </a:prstGeom>
          <a:solidFill>
            <a:srgbClr val="E9EBEC"/>
          </a:solidFill>
          <a:ln>
            <a:noFill/>
          </a:ln>
        </p:spPr>
        <p:txBody>
          <a:bodyPr anchorCtr="0" anchor="ctr" bIns="68575" lIns="68575" spcFirstLastPara="1" rIns="68575" wrap="square" tIns="68575">
            <a:noAutofit/>
          </a:bodyPr>
          <a:lstStyle>
            <a:lvl1pPr lvl="0" marR="0" rtl="0" algn="ctr">
              <a:lnSpc>
                <a:spcPct val="100000"/>
              </a:lnSpc>
              <a:spcBef>
                <a:spcPts val="900"/>
              </a:spcBef>
              <a:spcAft>
                <a:spcPts val="0"/>
              </a:spcAft>
              <a:buClr>
                <a:schemeClr val="lt1"/>
              </a:buClr>
              <a:buSzPts val="1100"/>
              <a:buFont typeface="Arial"/>
              <a:buNone/>
              <a:defRPr b="1" i="0" sz="1500" u="none" cap="none" strike="noStrike">
                <a:solidFill>
                  <a:schemeClr val="accent2"/>
                </a:solidFill>
                <a:latin typeface="Arial"/>
                <a:ea typeface="Arial"/>
                <a:cs typeface="Arial"/>
                <a:sym typeface="Arial"/>
              </a:defRPr>
            </a:lvl1pPr>
            <a:lvl2pPr lvl="1"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lvl="2"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lvl="3"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lvl="5"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lvl="6"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lvl="7"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lvl="8"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27" name="Google Shape;227;p12"/>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28" name="Google Shape;228;p12"/>
          <p:cNvSpPr txBox="1"/>
          <p:nvPr>
            <p:ph idx="1" type="body"/>
          </p:nvPr>
        </p:nvSpPr>
        <p:spPr>
          <a:xfrm>
            <a:off x="2843808" y="1397907"/>
            <a:ext cx="4187400" cy="1027200"/>
          </a:xfrm>
          <a:prstGeom prst="rect">
            <a:avLst/>
          </a:prstGeom>
          <a:noFill/>
          <a:ln>
            <a:noFill/>
          </a:ln>
        </p:spPr>
        <p:txBody>
          <a:bodyPr anchorCtr="0" anchor="t" bIns="68575" lIns="68575" spcFirstLastPara="1" rIns="68575" wrap="square" tIns="68575">
            <a:noAutofit/>
          </a:bodyPr>
          <a:lstStyle>
            <a:lvl1pPr indent="-304800" lvl="0" marL="457200" marR="0" algn="l">
              <a:lnSpc>
                <a:spcPct val="100000"/>
              </a:lnSpc>
              <a:spcBef>
                <a:spcPts val="900"/>
              </a:spcBef>
              <a:spcAft>
                <a:spcPts val="0"/>
              </a:spcAft>
              <a:buClr>
                <a:schemeClr val="lt1"/>
              </a:buClr>
              <a:buSzPts val="1200"/>
              <a:buFont typeface="Arial"/>
              <a:buChar char="➢"/>
              <a:defRPr b="1" i="0" sz="1500" u="none" cap="none" strike="noStrike">
                <a:solidFill>
                  <a:schemeClr val="accent2"/>
                </a:solidFill>
                <a:latin typeface="Arial"/>
                <a:ea typeface="Arial"/>
                <a:cs typeface="Arial"/>
                <a:sym typeface="Arial"/>
              </a:defRPr>
            </a:lvl1pPr>
            <a:lvl2pPr indent="-298450" lvl="1" marL="914400" marR="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indent="-292100" lvl="2" marL="1371600" marR="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indent="-298450" lvl="3" marL="1828800" marR="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Tree>
  </p:cSld>
  <p:clrMapOvr>
    <a:masterClrMapping/>
  </p:clrMapOvr>
  <p:transition spd="slow">
    <p:fade thruBlk="1"/>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mpty">
  <p:cSld name="Empty">
    <p:spTree>
      <p:nvGrpSpPr>
        <p:cNvPr id="229" name="Shape 229"/>
        <p:cNvGrpSpPr/>
        <p:nvPr/>
      </p:nvGrpSpPr>
      <p:grpSpPr>
        <a:xfrm>
          <a:off x="0" y="0"/>
          <a:ext cx="0" cy="0"/>
          <a:chOff x="0" y="0"/>
          <a:chExt cx="0" cy="0"/>
        </a:xfrm>
      </p:grpSpPr>
      <p:sp>
        <p:nvSpPr>
          <p:cNvPr id="230" name="Google Shape;230;p13"/>
          <p:cNvSpPr/>
          <p:nvPr/>
        </p:nvSpPr>
        <p:spPr>
          <a:xfrm>
            <a:off x="197514" y="735546"/>
            <a:ext cx="8748900" cy="2160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1" name="Google Shape;231;p13"/>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70000" y="342739"/>
            <a:ext cx="4908000" cy="511500"/>
          </a:xfrm>
          <a:prstGeom prst="rect">
            <a:avLst/>
          </a:prstGeom>
          <a:noFill/>
          <a:ln>
            <a:noFill/>
          </a:ln>
        </p:spPr>
        <p:txBody>
          <a:bodyPr anchorCtr="0" anchor="b" bIns="68575" lIns="68575" spcFirstLastPara="1" rIns="68575" wrap="square" tIns="68575">
            <a:noAutofit/>
          </a:bodyPr>
          <a:lstStyle>
            <a:lvl1pPr lvl="0" marR="0" rtl="0" algn="l">
              <a:lnSpc>
                <a:spcPct val="90000"/>
              </a:lnSpc>
              <a:spcBef>
                <a:spcPts val="0"/>
              </a:spcBef>
              <a:spcAft>
                <a:spcPts val="0"/>
              </a:spcAft>
              <a:buClr>
                <a:schemeClr val="accent2"/>
              </a:buClr>
              <a:buSzPts val="1100"/>
              <a:buFont typeface="Arial"/>
              <a:buNone/>
              <a:defRPr b="1" i="0" sz="1700" u="none" cap="none" strike="noStrike">
                <a:solidFill>
                  <a:schemeClr val="accent2"/>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270000" y="1393807"/>
            <a:ext cx="8604900" cy="796500"/>
          </a:xfrm>
          <a:prstGeom prst="rect">
            <a:avLst/>
          </a:prstGeom>
          <a:noFill/>
          <a:ln>
            <a:noFill/>
          </a:ln>
        </p:spPr>
        <p:txBody>
          <a:bodyPr anchorCtr="0" anchor="t" bIns="68575" lIns="68575" spcFirstLastPara="1" rIns="68575" wrap="square" tIns="68575">
            <a:noAutofit/>
          </a:bodyPr>
          <a:lstStyle>
            <a:lvl1pPr indent="-304800" lvl="0" marL="457200" marR="0" rtl="0" algn="l">
              <a:lnSpc>
                <a:spcPct val="100000"/>
              </a:lnSpc>
              <a:spcBef>
                <a:spcPts val="900"/>
              </a:spcBef>
              <a:spcAft>
                <a:spcPts val="0"/>
              </a:spcAft>
              <a:buClr>
                <a:schemeClr val="lt1"/>
              </a:buClr>
              <a:buSzPts val="1200"/>
              <a:buFont typeface="Arial"/>
              <a:buChar char="➢"/>
              <a:defRPr b="1" i="0" sz="1500" u="none" cap="none" strike="noStrike">
                <a:solidFill>
                  <a:schemeClr val="accent2"/>
                </a:solidFill>
                <a:latin typeface="Arial"/>
                <a:ea typeface="Arial"/>
                <a:cs typeface="Arial"/>
                <a:sym typeface="Arial"/>
              </a:defRPr>
            </a:lvl1pPr>
            <a:lvl2pPr indent="-298450" lvl="1" marL="914400" marR="0" rtl="0" algn="l">
              <a:lnSpc>
                <a:spcPct val="100000"/>
              </a:lnSpc>
              <a:spcBef>
                <a:spcPts val="900"/>
              </a:spcBef>
              <a:spcAft>
                <a:spcPts val="0"/>
              </a:spcAft>
              <a:buClr>
                <a:schemeClr val="dk2"/>
              </a:buClr>
              <a:buSzPts val="1100"/>
              <a:buFont typeface="Noto Sans Symbols"/>
              <a:buChar char="▶"/>
              <a:defRPr b="0" i="0" sz="1400" u="none" cap="none" strike="noStrike">
                <a:solidFill>
                  <a:schemeClr val="accent2"/>
                </a:solidFill>
                <a:latin typeface="Arial"/>
                <a:ea typeface="Arial"/>
                <a:cs typeface="Arial"/>
                <a:sym typeface="Arial"/>
              </a:defRPr>
            </a:lvl2pPr>
            <a:lvl3pPr indent="-292100" lvl="2" marL="1371600" marR="0" rtl="0" algn="l">
              <a:lnSpc>
                <a:spcPct val="100000"/>
              </a:lnSpc>
              <a:spcBef>
                <a:spcPts val="500"/>
              </a:spcBef>
              <a:spcAft>
                <a:spcPts val="0"/>
              </a:spcAft>
              <a:buClr>
                <a:schemeClr val="dk2"/>
              </a:buClr>
              <a:buSzPts val="1000"/>
              <a:buFont typeface="Noto Sans Symbols"/>
              <a:buChar char="▶"/>
              <a:defRPr b="0" i="0" sz="1200" u="none" cap="none" strike="noStrike">
                <a:solidFill>
                  <a:schemeClr val="accent2"/>
                </a:solidFill>
                <a:latin typeface="Arial"/>
                <a:ea typeface="Arial"/>
                <a:cs typeface="Arial"/>
                <a:sym typeface="Arial"/>
              </a:defRPr>
            </a:lvl3pPr>
            <a:lvl4pPr indent="-298450" lvl="3" marL="1828800" marR="0" rtl="0" algn="l">
              <a:lnSpc>
                <a:spcPct val="10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100000"/>
              </a:lnSpc>
              <a:spcBef>
                <a:spcPts val="2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12" name="Google Shape;12;p1"/>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lvl1pPr indent="0" lvl="0"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700"/>
              <a:buFont typeface="Arial"/>
              <a:buNone/>
              <a:defRPr b="1" i="0" sz="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cxnSp>
        <p:nvCxnSpPr>
          <p:cNvPr id="13" name="Google Shape;13;p1"/>
          <p:cNvCxnSpPr/>
          <p:nvPr/>
        </p:nvCxnSpPr>
        <p:spPr>
          <a:xfrm>
            <a:off x="270000" y="849737"/>
            <a:ext cx="8604900" cy="0"/>
          </a:xfrm>
          <a:prstGeom prst="straightConnector1">
            <a:avLst/>
          </a:prstGeom>
          <a:noFill/>
          <a:ln cap="flat" cmpd="sng" w="19050">
            <a:solidFill>
              <a:schemeClr val="dk2"/>
            </a:solidFill>
            <a:prstDash val="solid"/>
            <a:round/>
            <a:headEnd len="sm" w="sm" type="none"/>
            <a:tailEnd len="sm" w="sm" type="none"/>
          </a:ln>
        </p:spPr>
      </p:cxnSp>
      <p:cxnSp>
        <p:nvCxnSpPr>
          <p:cNvPr id="14" name="Google Shape;14;p1"/>
          <p:cNvCxnSpPr/>
          <p:nvPr/>
        </p:nvCxnSpPr>
        <p:spPr>
          <a:xfrm>
            <a:off x="270000" y="4873500"/>
            <a:ext cx="8604900" cy="0"/>
          </a:xfrm>
          <a:prstGeom prst="straightConnector1">
            <a:avLst/>
          </a:prstGeom>
          <a:noFill/>
          <a:ln cap="flat" cmpd="sng" w="12700">
            <a:solidFill>
              <a:schemeClr val="lt2"/>
            </a:solidFill>
            <a:prstDash val="solid"/>
            <a:round/>
            <a:headEnd len="sm" w="sm" type="none"/>
            <a:tailEnd len="sm" w="sm" type="none"/>
          </a:ln>
        </p:spPr>
      </p:cxnSp>
      <p:grpSp>
        <p:nvGrpSpPr>
          <p:cNvPr id="15" name="Google Shape;15;p1"/>
          <p:cNvGrpSpPr/>
          <p:nvPr/>
        </p:nvGrpSpPr>
        <p:grpSpPr>
          <a:xfrm>
            <a:off x="8514775" y="4905072"/>
            <a:ext cx="371480" cy="161261"/>
            <a:chOff x="11019714" y="360001"/>
            <a:chExt cx="812334" cy="352638"/>
          </a:xfrm>
        </p:grpSpPr>
        <p:sp>
          <p:nvSpPr>
            <p:cNvPr id="16" name="Google Shape;16;p1"/>
            <p:cNvSpPr/>
            <p:nvPr/>
          </p:nvSpPr>
          <p:spPr>
            <a:xfrm>
              <a:off x="11019714" y="574884"/>
              <a:ext cx="791231" cy="137755"/>
            </a:xfrm>
            <a:custGeom>
              <a:rect b="b" l="l" r="r" t="t"/>
              <a:pathLst>
                <a:path extrusionOk="0" h="120000" w="120000">
                  <a:moveTo>
                    <a:pt x="120000" y="37846"/>
                  </a:moveTo>
                  <a:cubicBezTo>
                    <a:pt x="109732" y="33230"/>
                    <a:pt x="96898" y="29538"/>
                    <a:pt x="82941" y="29538"/>
                  </a:cubicBezTo>
                  <a:cubicBezTo>
                    <a:pt x="61443" y="29538"/>
                    <a:pt x="37219" y="38769"/>
                    <a:pt x="15240" y="64615"/>
                  </a:cubicBezTo>
                  <a:cubicBezTo>
                    <a:pt x="11550" y="37846"/>
                    <a:pt x="7058" y="16615"/>
                    <a:pt x="0" y="0"/>
                  </a:cubicBezTo>
                  <a:cubicBezTo>
                    <a:pt x="0" y="923"/>
                    <a:pt x="0" y="923"/>
                    <a:pt x="0" y="923"/>
                  </a:cubicBezTo>
                  <a:cubicBezTo>
                    <a:pt x="6096" y="39692"/>
                    <a:pt x="9946" y="72000"/>
                    <a:pt x="12673" y="120000"/>
                  </a:cubicBezTo>
                  <a:cubicBezTo>
                    <a:pt x="43636" y="53538"/>
                    <a:pt x="82620" y="40615"/>
                    <a:pt x="111818" y="40615"/>
                  </a:cubicBezTo>
                  <a:cubicBezTo>
                    <a:pt x="114705" y="40615"/>
                    <a:pt x="117433" y="41538"/>
                    <a:pt x="120000" y="41538"/>
                  </a:cubicBezTo>
                  <a:lnTo>
                    <a:pt x="120000" y="37846"/>
                  </a:lnTo>
                  <a:close/>
                </a:path>
              </a:pathLst>
            </a:custGeom>
            <a:solidFill>
              <a:srgbClr val="4E6B7C"/>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 name="Google Shape;17;p1"/>
            <p:cNvSpPr/>
            <p:nvPr/>
          </p:nvSpPr>
          <p:spPr>
            <a:xfrm>
              <a:off x="11087632" y="360001"/>
              <a:ext cx="744416" cy="229849"/>
            </a:xfrm>
            <a:custGeom>
              <a:rect b="b" l="l" r="r" t="t"/>
              <a:pathLst>
                <a:path extrusionOk="0" h="120000" w="120000">
                  <a:moveTo>
                    <a:pt x="82329" y="62488"/>
                  </a:moveTo>
                  <a:cubicBezTo>
                    <a:pt x="82500" y="59723"/>
                    <a:pt x="82670" y="57511"/>
                    <a:pt x="82670" y="54193"/>
                  </a:cubicBezTo>
                  <a:cubicBezTo>
                    <a:pt x="82670" y="48110"/>
                    <a:pt x="81477" y="45898"/>
                    <a:pt x="80284" y="45898"/>
                  </a:cubicBezTo>
                  <a:cubicBezTo>
                    <a:pt x="78068" y="45898"/>
                    <a:pt x="77045" y="49769"/>
                    <a:pt x="76534" y="62488"/>
                  </a:cubicBezTo>
                  <a:lnTo>
                    <a:pt x="82329" y="62488"/>
                  </a:lnTo>
                  <a:close/>
                  <a:moveTo>
                    <a:pt x="40909" y="94009"/>
                  </a:moveTo>
                  <a:cubicBezTo>
                    <a:pt x="40227" y="95668"/>
                    <a:pt x="39375" y="97327"/>
                    <a:pt x="38181" y="97327"/>
                  </a:cubicBezTo>
                  <a:cubicBezTo>
                    <a:pt x="36306" y="97327"/>
                    <a:pt x="35965" y="91797"/>
                    <a:pt x="35965" y="85161"/>
                  </a:cubicBezTo>
                  <a:cubicBezTo>
                    <a:pt x="35965" y="77419"/>
                    <a:pt x="36647" y="63594"/>
                    <a:pt x="37329" y="58617"/>
                  </a:cubicBezTo>
                  <a:cubicBezTo>
                    <a:pt x="38352" y="50322"/>
                    <a:pt x="39715" y="47557"/>
                    <a:pt x="42102" y="47557"/>
                  </a:cubicBezTo>
                  <a:cubicBezTo>
                    <a:pt x="42272" y="47557"/>
                    <a:pt x="42443" y="47557"/>
                    <a:pt x="42613" y="48110"/>
                  </a:cubicBezTo>
                  <a:lnTo>
                    <a:pt x="40909" y="94009"/>
                  </a:lnTo>
                  <a:close/>
                  <a:moveTo>
                    <a:pt x="109602" y="75207"/>
                  </a:moveTo>
                  <a:cubicBezTo>
                    <a:pt x="108750" y="97327"/>
                    <a:pt x="107727" y="102304"/>
                    <a:pt x="105852" y="102304"/>
                  </a:cubicBezTo>
                  <a:cubicBezTo>
                    <a:pt x="103977" y="102304"/>
                    <a:pt x="103295" y="97880"/>
                    <a:pt x="103295" y="88479"/>
                  </a:cubicBezTo>
                  <a:cubicBezTo>
                    <a:pt x="103295" y="84608"/>
                    <a:pt x="103465" y="79078"/>
                    <a:pt x="103636" y="72995"/>
                  </a:cubicBezTo>
                  <a:cubicBezTo>
                    <a:pt x="104318" y="50875"/>
                    <a:pt x="105340" y="45898"/>
                    <a:pt x="107386" y="45898"/>
                  </a:cubicBezTo>
                  <a:cubicBezTo>
                    <a:pt x="109261" y="45898"/>
                    <a:pt x="109943" y="50322"/>
                    <a:pt x="109943" y="59723"/>
                  </a:cubicBezTo>
                  <a:cubicBezTo>
                    <a:pt x="109943" y="63594"/>
                    <a:pt x="109772" y="69124"/>
                    <a:pt x="109602" y="75207"/>
                  </a:cubicBezTo>
                  <a:moveTo>
                    <a:pt x="62556" y="117235"/>
                  </a:moveTo>
                  <a:cubicBezTo>
                    <a:pt x="52670" y="117235"/>
                    <a:pt x="52670" y="117235"/>
                    <a:pt x="52670" y="117235"/>
                  </a:cubicBezTo>
                  <a:cubicBezTo>
                    <a:pt x="57102" y="0"/>
                    <a:pt x="57102" y="0"/>
                    <a:pt x="57102" y="0"/>
                  </a:cubicBezTo>
                  <a:cubicBezTo>
                    <a:pt x="66988" y="0"/>
                    <a:pt x="66988" y="0"/>
                    <a:pt x="66988" y="0"/>
                  </a:cubicBezTo>
                  <a:lnTo>
                    <a:pt x="62556" y="117235"/>
                  </a:lnTo>
                  <a:close/>
                  <a:moveTo>
                    <a:pt x="82500" y="96774"/>
                  </a:moveTo>
                  <a:cubicBezTo>
                    <a:pt x="84545" y="96774"/>
                    <a:pt x="87102" y="95668"/>
                    <a:pt x="89318" y="93456"/>
                  </a:cubicBezTo>
                  <a:cubicBezTo>
                    <a:pt x="88125" y="115023"/>
                    <a:pt x="88125" y="115023"/>
                    <a:pt x="88125" y="115023"/>
                  </a:cubicBezTo>
                  <a:cubicBezTo>
                    <a:pt x="85568" y="117235"/>
                    <a:pt x="81988" y="118341"/>
                    <a:pt x="78920" y="118341"/>
                  </a:cubicBezTo>
                  <a:cubicBezTo>
                    <a:pt x="69034" y="118341"/>
                    <a:pt x="66306" y="103963"/>
                    <a:pt x="66306" y="85714"/>
                  </a:cubicBezTo>
                  <a:cubicBezTo>
                    <a:pt x="66306" y="38709"/>
                    <a:pt x="72443" y="28202"/>
                    <a:pt x="80965" y="28202"/>
                  </a:cubicBezTo>
                  <a:cubicBezTo>
                    <a:pt x="87784" y="28202"/>
                    <a:pt x="91875" y="38709"/>
                    <a:pt x="91875" y="58617"/>
                  </a:cubicBezTo>
                  <a:cubicBezTo>
                    <a:pt x="91875" y="67465"/>
                    <a:pt x="91363" y="75760"/>
                    <a:pt x="91022" y="81290"/>
                  </a:cubicBezTo>
                  <a:cubicBezTo>
                    <a:pt x="76193" y="81290"/>
                    <a:pt x="76193" y="81290"/>
                    <a:pt x="76193" y="81290"/>
                  </a:cubicBezTo>
                  <a:cubicBezTo>
                    <a:pt x="76193" y="91244"/>
                    <a:pt x="77215" y="96774"/>
                    <a:pt x="82500" y="96774"/>
                  </a:cubicBezTo>
                  <a:moveTo>
                    <a:pt x="43806" y="28755"/>
                  </a:moveTo>
                  <a:cubicBezTo>
                    <a:pt x="36988" y="28755"/>
                    <a:pt x="33238" y="33179"/>
                    <a:pt x="30170" y="43686"/>
                  </a:cubicBezTo>
                  <a:cubicBezTo>
                    <a:pt x="27272" y="53087"/>
                    <a:pt x="25738" y="70783"/>
                    <a:pt x="25738" y="89032"/>
                  </a:cubicBezTo>
                  <a:cubicBezTo>
                    <a:pt x="25738" y="105622"/>
                    <a:pt x="27102" y="118894"/>
                    <a:pt x="33238" y="118894"/>
                  </a:cubicBezTo>
                  <a:cubicBezTo>
                    <a:pt x="35965" y="118894"/>
                    <a:pt x="38352" y="115023"/>
                    <a:pt x="40738" y="111152"/>
                  </a:cubicBezTo>
                  <a:cubicBezTo>
                    <a:pt x="40738" y="111152"/>
                    <a:pt x="40738" y="111152"/>
                    <a:pt x="40738" y="111152"/>
                  </a:cubicBezTo>
                  <a:cubicBezTo>
                    <a:pt x="40568" y="117235"/>
                    <a:pt x="40568" y="117235"/>
                    <a:pt x="40568" y="117235"/>
                  </a:cubicBezTo>
                  <a:cubicBezTo>
                    <a:pt x="49943" y="117235"/>
                    <a:pt x="49943" y="117235"/>
                    <a:pt x="49943" y="117235"/>
                  </a:cubicBezTo>
                  <a:cubicBezTo>
                    <a:pt x="53181" y="29308"/>
                    <a:pt x="53181" y="29308"/>
                    <a:pt x="53181" y="29308"/>
                  </a:cubicBezTo>
                  <a:cubicBezTo>
                    <a:pt x="50454" y="28755"/>
                    <a:pt x="47386" y="28755"/>
                    <a:pt x="43806" y="28755"/>
                  </a:cubicBezTo>
                  <a:moveTo>
                    <a:pt x="120000" y="59723"/>
                  </a:moveTo>
                  <a:cubicBezTo>
                    <a:pt x="120000" y="37050"/>
                    <a:pt x="115568" y="28202"/>
                    <a:pt x="107897" y="28202"/>
                  </a:cubicBezTo>
                  <a:cubicBezTo>
                    <a:pt x="98693" y="28202"/>
                    <a:pt x="93068" y="41474"/>
                    <a:pt x="93068" y="87926"/>
                  </a:cubicBezTo>
                  <a:cubicBezTo>
                    <a:pt x="93068" y="111152"/>
                    <a:pt x="97670" y="120000"/>
                    <a:pt x="105340" y="120000"/>
                  </a:cubicBezTo>
                  <a:cubicBezTo>
                    <a:pt x="114545" y="120000"/>
                    <a:pt x="120000" y="106728"/>
                    <a:pt x="120000" y="59723"/>
                  </a:cubicBezTo>
                  <a:moveTo>
                    <a:pt x="22329" y="0"/>
                  </a:moveTo>
                  <a:cubicBezTo>
                    <a:pt x="20113" y="27096"/>
                    <a:pt x="17045" y="54746"/>
                    <a:pt x="12954" y="82396"/>
                  </a:cubicBezTo>
                  <a:cubicBezTo>
                    <a:pt x="12954" y="82396"/>
                    <a:pt x="12954" y="82396"/>
                    <a:pt x="12954" y="82396"/>
                  </a:cubicBezTo>
                  <a:cubicBezTo>
                    <a:pt x="11931" y="60276"/>
                    <a:pt x="11420" y="27649"/>
                    <a:pt x="11420" y="0"/>
                  </a:cubicBezTo>
                  <a:cubicBezTo>
                    <a:pt x="0" y="0"/>
                    <a:pt x="0" y="0"/>
                    <a:pt x="0" y="0"/>
                  </a:cubicBezTo>
                  <a:cubicBezTo>
                    <a:pt x="340" y="43686"/>
                    <a:pt x="2727" y="82949"/>
                    <a:pt x="5284" y="117235"/>
                  </a:cubicBezTo>
                  <a:cubicBezTo>
                    <a:pt x="16363" y="117235"/>
                    <a:pt x="16363" y="117235"/>
                    <a:pt x="16363" y="117235"/>
                  </a:cubicBezTo>
                  <a:cubicBezTo>
                    <a:pt x="22500" y="81290"/>
                    <a:pt x="28295" y="42027"/>
                    <a:pt x="32897" y="0"/>
                  </a:cubicBezTo>
                  <a:lnTo>
                    <a:pt x="22329" y="0"/>
                  </a:lnTo>
                  <a:close/>
                </a:path>
              </a:pathLst>
            </a:custGeom>
            <a:solidFill>
              <a:srgbClr val="82E600"/>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
        <p:nvSpPr>
          <p:cNvPr id="18" name="Google Shape;18;p1"/>
          <p:cNvSpPr txBox="1"/>
          <p:nvPr/>
        </p:nvSpPr>
        <p:spPr>
          <a:xfrm>
            <a:off x="729000" y="4887000"/>
            <a:ext cx="6213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4B788C"/>
                </a:solidFill>
                <a:latin typeface="Arial"/>
                <a:ea typeface="Arial"/>
                <a:cs typeface="Arial"/>
                <a:sym typeface="Arial"/>
              </a:rPr>
              <a:t>March, 2019</a:t>
            </a:r>
            <a:endParaRPr b="0" i="0" sz="700" u="none" cap="none" strike="noStrike">
              <a:solidFill>
                <a:srgbClr val="4B788C"/>
              </a:solidFill>
              <a:latin typeface="Arial"/>
              <a:ea typeface="Arial"/>
              <a:cs typeface="Arial"/>
              <a:sym typeface="Arial"/>
            </a:endParaRPr>
          </a:p>
        </p:txBody>
      </p:sp>
      <p:sp>
        <p:nvSpPr>
          <p:cNvPr id="19" name="Google Shape;19;p1"/>
          <p:cNvSpPr txBox="1"/>
          <p:nvPr/>
        </p:nvSpPr>
        <p:spPr>
          <a:xfrm>
            <a:off x="3409312" y="4915688"/>
            <a:ext cx="2619300" cy="73800"/>
          </a:xfrm>
          <a:prstGeom prst="rect">
            <a:avLst/>
          </a:prstGeom>
          <a:noFill/>
          <a:ln>
            <a:noFill/>
          </a:ln>
        </p:spPr>
        <p:txBody>
          <a:bodyPr anchorCtr="0" anchor="t" bIns="0" lIns="0" spcFirstLastPara="1" rIns="0" wrap="square" tIns="152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82E600"/>
                </a:solidFill>
                <a:latin typeface="Arial"/>
                <a:ea typeface="Arial"/>
                <a:cs typeface="Arial"/>
                <a:sym typeface="Arial"/>
              </a:rPr>
              <a:t>VALEO RESERVED</a:t>
            </a:r>
            <a:endParaRPr b="0" i="0" sz="700" u="none" cap="none" strike="noStrike">
              <a:solidFill>
                <a:srgbClr val="595959"/>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spd="slow">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Google Shape;236;p14"/>
          <p:cNvSpPr/>
          <p:nvPr>
            <p:ph idx="2" type="pic"/>
          </p:nvPr>
        </p:nvSpPr>
        <p:spPr>
          <a:xfrm>
            <a:off x="270000" y="411510"/>
            <a:ext cx="5506200" cy="2646000"/>
          </a:xfrm>
          <a:prstGeom prst="rect">
            <a:avLst/>
          </a:prstGeom>
          <a:solidFill>
            <a:schemeClr val="accent1"/>
          </a:solidFill>
          <a:ln>
            <a:noFill/>
          </a:ln>
        </p:spPr>
        <p:txBody>
          <a:bodyPr anchorCtr="0" anchor="ctr" bIns="68575" lIns="68575" spcFirstLastPara="1" rIns="68575" wrap="square" tIns="68575">
            <a:noAutofit/>
          </a:bodyPr>
          <a:lstStyle/>
          <a:p>
            <a:pPr indent="0" lvl="0" marL="0" marR="0" rtl="0" algn="ctr">
              <a:lnSpc>
                <a:spcPct val="100000"/>
              </a:lnSpc>
              <a:spcBef>
                <a:spcPts val="200"/>
              </a:spcBef>
              <a:spcAft>
                <a:spcPts val="900"/>
              </a:spcAft>
              <a:buClr>
                <a:schemeClr val="dk1"/>
              </a:buClr>
              <a:buSzPts val="500"/>
              <a:buFont typeface="Arial"/>
              <a:buNone/>
            </a:pPr>
            <a:r>
              <a:rPr b="1" i="0" lang="en-US" sz="1400" u="none" cap="none" strike="noStrike">
                <a:solidFill>
                  <a:schemeClr val="lt1"/>
                </a:solidFill>
                <a:latin typeface="Arial"/>
                <a:ea typeface="Arial"/>
                <a:cs typeface="Arial"/>
                <a:sym typeface="Arial"/>
              </a:rPr>
              <a:t>Insert an image through the Insert menu at the top</a:t>
            </a:r>
            <a:endParaRPr b="1" i="0" sz="1500" u="none" cap="none" strike="noStrike">
              <a:solidFill>
                <a:schemeClr val="lt1"/>
              </a:solidFill>
              <a:latin typeface="Arial"/>
              <a:ea typeface="Arial"/>
              <a:cs typeface="Arial"/>
              <a:sym typeface="Arial"/>
            </a:endParaRPr>
          </a:p>
        </p:txBody>
      </p:sp>
      <p:sp>
        <p:nvSpPr>
          <p:cNvPr id="237" name="Google Shape;237;p14"/>
          <p:cNvSpPr txBox="1"/>
          <p:nvPr>
            <p:ph type="title"/>
          </p:nvPr>
        </p:nvSpPr>
        <p:spPr>
          <a:xfrm>
            <a:off x="270000" y="3057500"/>
            <a:ext cx="7834800" cy="1013700"/>
          </a:xfrm>
          <a:prstGeom prst="rect">
            <a:avLst/>
          </a:prstGeom>
          <a:noFill/>
          <a:ln>
            <a:noFill/>
          </a:ln>
        </p:spPr>
        <p:txBody>
          <a:bodyPr anchorCtr="0" anchor="b" bIns="68575" lIns="68575" spcFirstLastPara="1" rIns="68575" wrap="square" tIns="68575">
            <a:noAutofit/>
          </a:bodyPr>
          <a:lstStyle/>
          <a:p>
            <a:pPr indent="0" lvl="0" marL="0" rtl="0" algn="l">
              <a:lnSpc>
                <a:spcPct val="90000"/>
              </a:lnSpc>
              <a:spcBef>
                <a:spcPts val="0"/>
              </a:spcBef>
              <a:spcAft>
                <a:spcPts val="0"/>
              </a:spcAft>
              <a:buClr>
                <a:schemeClr val="dk1"/>
              </a:buClr>
              <a:buSzPts val="1100"/>
              <a:buFont typeface="Arial"/>
              <a:buNone/>
            </a:pPr>
            <a:r>
              <a:rPr lang="en-US" sz="3200"/>
              <a:t>Embedded Concepts </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sp>
        <p:nvSpPr>
          <p:cNvPr id="242" name="Google Shape;242;p15"/>
          <p:cNvSpPr txBox="1"/>
          <p:nvPr>
            <p:ph type="title"/>
          </p:nvPr>
        </p:nvSpPr>
        <p:spPr>
          <a:xfrm>
            <a:off x="395289" y="571263"/>
            <a:ext cx="4908000" cy="283200"/>
          </a:xfrm>
          <a:prstGeom prst="rect">
            <a:avLst/>
          </a:prstGeom>
          <a:noFill/>
          <a:ln>
            <a:noFill/>
          </a:ln>
        </p:spPr>
        <p:txBody>
          <a:bodyPr anchorCtr="0" anchor="b" bIns="54000" lIns="0" spcFirstLastPara="1" rIns="0" wrap="square" tIns="0">
            <a:noAutofit/>
          </a:bodyPr>
          <a:lstStyle/>
          <a:p>
            <a:pPr indent="0" lvl="0" marL="0" marR="0" rtl="0" algn="l">
              <a:lnSpc>
                <a:spcPct val="90000"/>
              </a:lnSpc>
              <a:spcBef>
                <a:spcPts val="0"/>
              </a:spcBef>
              <a:spcAft>
                <a:spcPts val="0"/>
              </a:spcAft>
              <a:buClr>
                <a:schemeClr val="accent2"/>
              </a:buClr>
              <a:buSzPts val="1100"/>
              <a:buFont typeface="Arial"/>
              <a:buNone/>
            </a:pPr>
            <a:r>
              <a:rPr b="1" i="0" lang="en-US" sz="1700" u="none" cap="none" strike="noStrike">
                <a:solidFill>
                  <a:schemeClr val="accent2"/>
                </a:solidFill>
                <a:latin typeface="Arial"/>
                <a:ea typeface="Arial"/>
                <a:cs typeface="Arial"/>
                <a:sym typeface="Arial"/>
              </a:rPr>
              <a:t>AGENDA</a:t>
            </a:r>
            <a:endParaRPr/>
          </a:p>
        </p:txBody>
      </p:sp>
      <p:sp>
        <p:nvSpPr>
          <p:cNvPr id="243" name="Google Shape;243;p15"/>
          <p:cNvSpPr txBox="1"/>
          <p:nvPr>
            <p:ph idx="1" type="body"/>
          </p:nvPr>
        </p:nvSpPr>
        <p:spPr>
          <a:xfrm>
            <a:off x="1096641" y="967969"/>
            <a:ext cx="5982300" cy="375000"/>
          </a:xfrm>
          <a:prstGeom prst="rect">
            <a:avLst/>
          </a:prstGeom>
          <a:noFill/>
          <a:ln>
            <a:noFill/>
          </a:ln>
        </p:spPr>
        <p:txBody>
          <a:bodyPr anchorCtr="0" anchor="t" bIns="0" lIns="0" spcFirstLastPara="1" rIns="0" wrap="square" tIns="0">
            <a:noAutofit/>
          </a:bodyPr>
          <a:lstStyle/>
          <a:p>
            <a:pPr indent="-215900" lvl="0" marL="215900" marR="0" rtl="0" algn="l">
              <a:lnSpc>
                <a:spcPct val="100000"/>
              </a:lnSpc>
              <a:spcBef>
                <a:spcPts val="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1 : </a:t>
            </a:r>
            <a:r>
              <a:rPr lang="en-US"/>
              <a:t>Bare Metal Programming Vs OS</a:t>
            </a:r>
            <a:endParaRPr b="1" i="0" sz="1200" u="none" cap="none" strike="noStrike">
              <a:solidFill>
                <a:schemeClr val="accent2"/>
              </a:solidFill>
              <a:latin typeface="Arial"/>
              <a:ea typeface="Arial"/>
              <a:cs typeface="Arial"/>
              <a:sym typeface="Arial"/>
            </a:endParaRPr>
          </a:p>
          <a:p>
            <a:pPr indent="-215900" lvl="0" marL="215900" marR="0" rtl="0" algn="l">
              <a:lnSpc>
                <a:spcPct val="100000"/>
              </a:lnSpc>
              <a:spcBef>
                <a:spcPts val="200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2 : </a:t>
            </a:r>
            <a:r>
              <a:rPr lang="en-US"/>
              <a:t>Timers</a:t>
            </a:r>
            <a:r>
              <a:rPr b="1" i="0" lang="en-US" sz="1200" u="none" cap="none" strike="noStrike">
                <a:solidFill>
                  <a:schemeClr val="accent2"/>
                </a:solidFill>
                <a:latin typeface="Arial"/>
                <a:ea typeface="Arial"/>
                <a:cs typeface="Arial"/>
                <a:sym typeface="Arial"/>
              </a:rPr>
              <a:t> </a:t>
            </a:r>
            <a:endParaRPr/>
          </a:p>
          <a:p>
            <a:pPr indent="-215900" lvl="0" marL="215900" marR="0" rtl="0" algn="l">
              <a:lnSpc>
                <a:spcPct val="100000"/>
              </a:lnSpc>
              <a:spcBef>
                <a:spcPts val="200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3 : </a:t>
            </a:r>
            <a:r>
              <a:rPr lang="en-US"/>
              <a:t>Software Hardware Synchronisation</a:t>
            </a:r>
            <a:r>
              <a:rPr b="1" i="0" lang="en-US" sz="1200" u="none" cap="none" strike="noStrike">
                <a:solidFill>
                  <a:schemeClr val="accent2"/>
                </a:solidFill>
                <a:latin typeface="Arial"/>
                <a:ea typeface="Arial"/>
                <a:cs typeface="Arial"/>
                <a:sym typeface="Arial"/>
              </a:rPr>
              <a:t> </a:t>
            </a:r>
            <a:endParaRPr/>
          </a:p>
          <a:p>
            <a:pPr indent="-215900" lvl="0" marL="215900" marR="0" rtl="0" algn="l">
              <a:lnSpc>
                <a:spcPct val="100000"/>
              </a:lnSpc>
              <a:spcBef>
                <a:spcPts val="200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4 : </a:t>
            </a:r>
            <a:r>
              <a:rPr lang="en-US"/>
              <a:t>Interrupts</a:t>
            </a:r>
            <a:r>
              <a:rPr b="1" i="0" lang="en-US" sz="1200" u="none" cap="none" strike="noStrike">
                <a:solidFill>
                  <a:schemeClr val="accent2"/>
                </a:solidFill>
                <a:latin typeface="Arial"/>
                <a:ea typeface="Arial"/>
                <a:cs typeface="Arial"/>
                <a:sym typeface="Arial"/>
              </a:rPr>
              <a:t> </a:t>
            </a:r>
            <a:endParaRPr/>
          </a:p>
          <a:p>
            <a:pPr indent="-215900" lvl="0" marL="215900" marR="0" rtl="0" algn="l">
              <a:lnSpc>
                <a:spcPct val="100000"/>
              </a:lnSpc>
              <a:spcBef>
                <a:spcPts val="200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5 : </a:t>
            </a:r>
            <a:r>
              <a:rPr lang="en-US"/>
              <a:t>Simple Scheduler</a:t>
            </a:r>
            <a:r>
              <a:rPr b="1" i="0" lang="en-US" sz="1200" u="none" cap="none" strike="noStrike">
                <a:solidFill>
                  <a:schemeClr val="accent2"/>
                </a:solidFill>
                <a:latin typeface="Arial"/>
                <a:ea typeface="Arial"/>
                <a:cs typeface="Arial"/>
                <a:sym typeface="Arial"/>
              </a:rPr>
              <a:t> </a:t>
            </a:r>
            <a:endParaRPr b="1" i="0" sz="1200" u="none" cap="none" strike="noStrike">
              <a:solidFill>
                <a:schemeClr val="accent2"/>
              </a:solidFill>
              <a:latin typeface="Arial"/>
              <a:ea typeface="Arial"/>
              <a:cs typeface="Arial"/>
              <a:sym typeface="Arial"/>
            </a:endParaRPr>
          </a:p>
          <a:p>
            <a:pPr indent="-215900" lvl="0" marL="215900" marR="0" rtl="0" algn="l">
              <a:lnSpc>
                <a:spcPct val="100000"/>
              </a:lnSpc>
              <a:spcBef>
                <a:spcPts val="2000"/>
              </a:spcBef>
              <a:spcAft>
                <a:spcPts val="0"/>
              </a:spcAft>
              <a:buClr>
                <a:schemeClr val="dk2"/>
              </a:buClr>
              <a:buSzPts val="1000"/>
              <a:buFont typeface="Noto Sans Symbols"/>
              <a:buChar char="▶"/>
            </a:pPr>
            <a:r>
              <a:rPr lang="en-US"/>
              <a:t>Part 6 :  Hands On Example (C coding)</a:t>
            </a:r>
            <a:endParaRPr/>
          </a:p>
          <a:p>
            <a:pPr indent="-139700" lvl="2" marL="647700" rtl="0" algn="l">
              <a:lnSpc>
                <a:spcPct val="100000"/>
              </a:lnSpc>
              <a:spcBef>
                <a:spcPts val="0"/>
              </a:spcBef>
              <a:spcAft>
                <a:spcPts val="0"/>
              </a:spcAft>
              <a:buSzPts val="1000"/>
              <a:buChar char="▶"/>
            </a:pPr>
            <a:r>
              <a:rPr lang="en-US"/>
              <a:t>Callbacks</a:t>
            </a:r>
            <a:endParaRPr/>
          </a:p>
          <a:p>
            <a:pPr indent="-139700" lvl="2" marL="647700" rtl="0" algn="l">
              <a:lnSpc>
                <a:spcPct val="100000"/>
              </a:lnSpc>
              <a:spcBef>
                <a:spcPts val="0"/>
              </a:spcBef>
              <a:spcAft>
                <a:spcPts val="0"/>
              </a:spcAft>
              <a:buSzPts val="1000"/>
              <a:buChar char="▶"/>
            </a:pPr>
            <a:r>
              <a:rPr lang="en-US"/>
              <a:t>Simple Scheduling</a:t>
            </a:r>
            <a:endParaRPr/>
          </a:p>
          <a:p>
            <a:pPr indent="-139700" lvl="2" marL="647700" rtl="0" algn="l">
              <a:lnSpc>
                <a:spcPct val="100000"/>
              </a:lnSpc>
              <a:spcBef>
                <a:spcPts val="0"/>
              </a:spcBef>
              <a:spcAft>
                <a:spcPts val="0"/>
              </a:spcAft>
              <a:buSzPts val="1000"/>
              <a:buChar char="▶"/>
            </a:pPr>
            <a:r>
              <a:rPr lang="en-US"/>
              <a:t>configuration (PreCompile - Linking - Postbuild)</a:t>
            </a:r>
            <a:endParaRPr/>
          </a:p>
          <a:p>
            <a:pPr indent="-139700" lvl="2" marL="647700" rtl="0" algn="l">
              <a:lnSpc>
                <a:spcPct val="100000"/>
              </a:lnSpc>
              <a:spcBef>
                <a:spcPts val="0"/>
              </a:spcBef>
              <a:spcAft>
                <a:spcPts val="0"/>
              </a:spcAft>
              <a:buSzPts val="1000"/>
              <a:buChar char="▶"/>
            </a:pPr>
            <a:r>
              <a:rPr lang="en-US"/>
              <a:t>Setters and Getters</a:t>
            </a:r>
            <a:endParaRPr/>
          </a:p>
          <a:p>
            <a:pPr indent="-139700" lvl="2" marL="647700" rtl="0" algn="l">
              <a:lnSpc>
                <a:spcPct val="100000"/>
              </a:lnSpc>
              <a:spcBef>
                <a:spcPts val="0"/>
              </a:spcBef>
              <a:spcAft>
                <a:spcPts val="0"/>
              </a:spcAft>
              <a:buSzPts val="1000"/>
              <a:buChar char="▶"/>
            </a:pPr>
            <a:r>
              <a:rPr lang="en-US"/>
              <a:t>Component Integration</a:t>
            </a:r>
            <a:endParaRPr/>
          </a:p>
          <a:p>
            <a:pPr indent="-139700" lvl="2" marL="647700" rtl="0" algn="l">
              <a:lnSpc>
                <a:spcPct val="100000"/>
              </a:lnSpc>
              <a:spcBef>
                <a:spcPts val="0"/>
              </a:spcBef>
              <a:spcAft>
                <a:spcPts val="0"/>
              </a:spcAft>
              <a:buSzPts val="1000"/>
              <a:buChar char="▶"/>
            </a:pPr>
            <a:r>
              <a:rPr lang="en-US"/>
              <a:t>State machines</a:t>
            </a:r>
            <a:endParaRPr/>
          </a:p>
          <a:p>
            <a:pPr indent="-139700" lvl="2" marL="647700" rtl="0" algn="l">
              <a:lnSpc>
                <a:spcPct val="100000"/>
              </a:lnSpc>
              <a:spcBef>
                <a:spcPts val="0"/>
              </a:spcBef>
              <a:spcAft>
                <a:spcPts val="0"/>
              </a:spcAft>
              <a:buSzPts val="1000"/>
              <a:buChar char="▶"/>
            </a:pPr>
            <a:r>
              <a:rPr lang="en-US"/>
              <a:t>Development Error Tracing</a:t>
            </a:r>
            <a:endParaRPr/>
          </a:p>
          <a:p>
            <a:pPr indent="-139700" lvl="2" marL="647700" rtl="0" algn="l">
              <a:lnSpc>
                <a:spcPct val="100000"/>
              </a:lnSpc>
              <a:spcBef>
                <a:spcPts val="0"/>
              </a:spcBef>
              <a:spcAft>
                <a:spcPts val="0"/>
              </a:spcAft>
              <a:buSzPts val="1000"/>
              <a:buChar char="▶"/>
            </a:pPr>
            <a:r>
              <a:rPr lang="en-US"/>
              <a:t>Basic Debugging Skills</a:t>
            </a:r>
            <a:endParaRPr/>
          </a:p>
        </p:txBody>
      </p:sp>
      <p:sp>
        <p:nvSpPr>
          <p:cNvPr id="244" name="Google Shape;244;p15"/>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grpSp>
        <p:nvGrpSpPr>
          <p:cNvPr id="245" name="Google Shape;245;p15"/>
          <p:cNvGrpSpPr/>
          <p:nvPr/>
        </p:nvGrpSpPr>
        <p:grpSpPr>
          <a:xfrm>
            <a:off x="6884596" y="1007752"/>
            <a:ext cx="296939" cy="295431"/>
            <a:chOff x="2617705" y="5477554"/>
            <a:chExt cx="335600" cy="333896"/>
          </a:xfrm>
        </p:grpSpPr>
        <p:pic>
          <p:nvPicPr>
            <p:cNvPr id="246" name="Google Shape;246;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47" name="Google Shape;247;p15"/>
            <p:cNvSpPr txBox="1"/>
            <p:nvPr/>
          </p:nvSpPr>
          <p:spPr>
            <a:xfrm>
              <a:off x="2712837" y="5566263"/>
              <a:ext cx="145379" cy="156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grpSp>
        <p:nvGrpSpPr>
          <p:cNvPr id="248" name="Google Shape;248;p15"/>
          <p:cNvGrpSpPr/>
          <p:nvPr/>
        </p:nvGrpSpPr>
        <p:grpSpPr>
          <a:xfrm>
            <a:off x="6884596" y="1427176"/>
            <a:ext cx="296939" cy="295431"/>
            <a:chOff x="2617705" y="5477554"/>
            <a:chExt cx="335600" cy="333896"/>
          </a:xfrm>
        </p:grpSpPr>
        <p:pic>
          <p:nvPicPr>
            <p:cNvPr id="249" name="Google Shape;249;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50" name="Google Shape;250;p15"/>
            <p:cNvSpPr txBox="1"/>
            <p:nvPr/>
          </p:nvSpPr>
          <p:spPr>
            <a:xfrm>
              <a:off x="2712837" y="5566263"/>
              <a:ext cx="145379" cy="156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grpSp>
        <p:nvGrpSpPr>
          <p:cNvPr id="251" name="Google Shape;251;p15"/>
          <p:cNvGrpSpPr/>
          <p:nvPr/>
        </p:nvGrpSpPr>
        <p:grpSpPr>
          <a:xfrm>
            <a:off x="6884596" y="1889149"/>
            <a:ext cx="296939" cy="295431"/>
            <a:chOff x="2617705" y="5477554"/>
            <a:chExt cx="335600" cy="333896"/>
          </a:xfrm>
        </p:grpSpPr>
        <p:pic>
          <p:nvPicPr>
            <p:cNvPr id="252" name="Google Shape;252;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53" name="Google Shape;253;p15"/>
            <p:cNvSpPr txBox="1"/>
            <p:nvPr/>
          </p:nvSpPr>
          <p:spPr>
            <a:xfrm>
              <a:off x="2712837" y="5566263"/>
              <a:ext cx="145379" cy="156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grpSp>
        <p:nvGrpSpPr>
          <p:cNvPr id="254" name="Google Shape;254;p15"/>
          <p:cNvGrpSpPr/>
          <p:nvPr/>
        </p:nvGrpSpPr>
        <p:grpSpPr>
          <a:xfrm>
            <a:off x="6884596" y="2329848"/>
            <a:ext cx="296939" cy="295431"/>
            <a:chOff x="2617705" y="5477554"/>
            <a:chExt cx="335600" cy="333896"/>
          </a:xfrm>
        </p:grpSpPr>
        <p:pic>
          <p:nvPicPr>
            <p:cNvPr id="255" name="Google Shape;255;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56" name="Google Shape;256;p15"/>
            <p:cNvSpPr txBox="1"/>
            <p:nvPr/>
          </p:nvSpPr>
          <p:spPr>
            <a:xfrm>
              <a:off x="2712837" y="5566263"/>
              <a:ext cx="145379" cy="156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grpSp>
        <p:nvGrpSpPr>
          <p:cNvPr id="257" name="Google Shape;257;p15"/>
          <p:cNvGrpSpPr/>
          <p:nvPr/>
        </p:nvGrpSpPr>
        <p:grpSpPr>
          <a:xfrm>
            <a:off x="6884596" y="2770548"/>
            <a:ext cx="296939" cy="295431"/>
            <a:chOff x="2617705" y="5477554"/>
            <a:chExt cx="335600" cy="333896"/>
          </a:xfrm>
        </p:grpSpPr>
        <p:pic>
          <p:nvPicPr>
            <p:cNvPr id="258" name="Google Shape;258;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59" name="Google Shape;259;p15"/>
            <p:cNvSpPr txBox="1"/>
            <p:nvPr/>
          </p:nvSpPr>
          <p:spPr>
            <a:xfrm>
              <a:off x="2712837" y="5566263"/>
              <a:ext cx="145379" cy="1565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grpSp>
        <p:nvGrpSpPr>
          <p:cNvPr id="260" name="Google Shape;260;p15"/>
          <p:cNvGrpSpPr/>
          <p:nvPr/>
        </p:nvGrpSpPr>
        <p:grpSpPr>
          <a:xfrm>
            <a:off x="6884596" y="3211248"/>
            <a:ext cx="296939" cy="295431"/>
            <a:chOff x="2617705" y="5477554"/>
            <a:chExt cx="335600" cy="333896"/>
          </a:xfrm>
        </p:grpSpPr>
        <p:pic>
          <p:nvPicPr>
            <p:cNvPr id="261" name="Google Shape;261;p15"/>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62" name="Google Shape;262;p15"/>
            <p:cNvSpPr txBox="1"/>
            <p:nvPr/>
          </p:nvSpPr>
          <p:spPr>
            <a:xfrm>
              <a:off x="2712837" y="5566263"/>
              <a:ext cx="145500" cy="156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Google Shape;267;p16"/>
          <p:cNvSpPr txBox="1"/>
          <p:nvPr>
            <p:ph type="title"/>
          </p:nvPr>
        </p:nvSpPr>
        <p:spPr>
          <a:xfrm>
            <a:off x="395289" y="571263"/>
            <a:ext cx="4908000" cy="283200"/>
          </a:xfrm>
          <a:prstGeom prst="rect">
            <a:avLst/>
          </a:prstGeom>
          <a:noFill/>
          <a:ln>
            <a:noFill/>
          </a:ln>
        </p:spPr>
        <p:txBody>
          <a:bodyPr anchorCtr="0" anchor="b" bIns="54000" lIns="0" spcFirstLastPara="1" rIns="0" wrap="square" tIns="0">
            <a:noAutofit/>
          </a:bodyPr>
          <a:lstStyle/>
          <a:p>
            <a:pPr indent="0" lvl="0" marL="0" marR="0" rtl="0" algn="l">
              <a:lnSpc>
                <a:spcPct val="90000"/>
              </a:lnSpc>
              <a:spcBef>
                <a:spcPts val="0"/>
              </a:spcBef>
              <a:spcAft>
                <a:spcPts val="0"/>
              </a:spcAft>
              <a:buClr>
                <a:schemeClr val="accent2"/>
              </a:buClr>
              <a:buSzPts val="1100"/>
              <a:buFont typeface="Arial"/>
              <a:buNone/>
            </a:pPr>
            <a:r>
              <a:rPr b="1" i="0" lang="en-US" sz="1700" u="none" cap="none" strike="noStrike">
                <a:solidFill>
                  <a:schemeClr val="accent2"/>
                </a:solidFill>
                <a:latin typeface="Arial"/>
                <a:ea typeface="Arial"/>
                <a:cs typeface="Arial"/>
                <a:sym typeface="Arial"/>
              </a:rPr>
              <a:t>AGENDA</a:t>
            </a:r>
            <a:endParaRPr/>
          </a:p>
        </p:txBody>
      </p:sp>
      <p:sp>
        <p:nvSpPr>
          <p:cNvPr id="268" name="Google Shape;268;p16"/>
          <p:cNvSpPr txBox="1"/>
          <p:nvPr>
            <p:ph idx="1" type="body"/>
          </p:nvPr>
        </p:nvSpPr>
        <p:spPr>
          <a:xfrm>
            <a:off x="1115616" y="1393807"/>
            <a:ext cx="5982300" cy="375000"/>
          </a:xfrm>
          <a:prstGeom prst="rect">
            <a:avLst/>
          </a:prstGeom>
          <a:noFill/>
          <a:ln>
            <a:noFill/>
          </a:ln>
        </p:spPr>
        <p:txBody>
          <a:bodyPr anchorCtr="0" anchor="t" bIns="0" lIns="0" spcFirstLastPara="1" rIns="0" wrap="square" tIns="0">
            <a:noAutofit/>
          </a:bodyPr>
          <a:lstStyle/>
          <a:p>
            <a:pPr indent="-215900" lvl="0" marL="215900" marR="0" rtl="0" algn="l">
              <a:lnSpc>
                <a:spcPct val="100000"/>
              </a:lnSpc>
              <a:spcBef>
                <a:spcPts val="0"/>
              </a:spcBef>
              <a:spcAft>
                <a:spcPts val="0"/>
              </a:spcAft>
              <a:buClr>
                <a:schemeClr val="dk2"/>
              </a:buClr>
              <a:buSzPts val="1000"/>
              <a:buFont typeface="Noto Sans Symbols"/>
              <a:buChar char="▶"/>
            </a:pPr>
            <a:r>
              <a:rPr b="1" i="0" lang="en-US" sz="1200" u="none" cap="none" strike="noStrike">
                <a:solidFill>
                  <a:schemeClr val="accent2"/>
                </a:solidFill>
                <a:latin typeface="Arial"/>
                <a:ea typeface="Arial"/>
                <a:cs typeface="Arial"/>
                <a:sym typeface="Arial"/>
              </a:rPr>
              <a:t>Part </a:t>
            </a:r>
            <a:r>
              <a:rPr lang="en-US"/>
              <a:t>7</a:t>
            </a:r>
            <a:r>
              <a:rPr b="1" i="0" lang="en-US" sz="1200" u="none" cap="none" strike="noStrike">
                <a:solidFill>
                  <a:schemeClr val="accent2"/>
                </a:solidFill>
                <a:latin typeface="Arial"/>
                <a:ea typeface="Arial"/>
                <a:cs typeface="Arial"/>
                <a:sym typeface="Arial"/>
              </a:rPr>
              <a:t> :</a:t>
            </a:r>
            <a:r>
              <a:rPr lang="en-US"/>
              <a:t>C Exercise</a:t>
            </a:r>
            <a:endParaRPr/>
          </a:p>
        </p:txBody>
      </p:sp>
      <p:sp>
        <p:nvSpPr>
          <p:cNvPr id="269" name="Google Shape;269;p16"/>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grpSp>
        <p:nvGrpSpPr>
          <p:cNvPr id="270" name="Google Shape;270;p16"/>
          <p:cNvGrpSpPr/>
          <p:nvPr/>
        </p:nvGrpSpPr>
        <p:grpSpPr>
          <a:xfrm>
            <a:off x="6894071" y="1349377"/>
            <a:ext cx="296939" cy="295431"/>
            <a:chOff x="2617705" y="5477554"/>
            <a:chExt cx="335600" cy="333896"/>
          </a:xfrm>
        </p:grpSpPr>
        <p:pic>
          <p:nvPicPr>
            <p:cNvPr id="271" name="Google Shape;271;p16"/>
            <p:cNvPicPr preferRelativeResize="0"/>
            <p:nvPr/>
          </p:nvPicPr>
          <p:blipFill rotWithShape="1">
            <a:blip r:embed="rId3">
              <a:alphaModFix/>
            </a:blip>
            <a:srcRect b="0" l="0" r="0" t="0"/>
            <a:stretch/>
          </p:blipFill>
          <p:spPr>
            <a:xfrm>
              <a:off x="2617705" y="5477554"/>
              <a:ext cx="335600" cy="333896"/>
            </a:xfrm>
            <a:prstGeom prst="rect">
              <a:avLst/>
            </a:prstGeom>
            <a:noFill/>
            <a:ln>
              <a:noFill/>
            </a:ln>
          </p:spPr>
        </p:pic>
        <p:sp>
          <p:nvSpPr>
            <p:cNvPr id="272" name="Google Shape;272;p16"/>
            <p:cNvSpPr txBox="1"/>
            <p:nvPr/>
          </p:nvSpPr>
          <p:spPr>
            <a:xfrm>
              <a:off x="2712837" y="5566263"/>
              <a:ext cx="145500" cy="156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lt1"/>
                  </a:solidFill>
                  <a:latin typeface="Arial"/>
                  <a:ea typeface="Arial"/>
                  <a:cs typeface="Arial"/>
                  <a:sym typeface="Arial"/>
                </a:rPr>
                <a:t>N°</a:t>
              </a:r>
              <a:endParaRPr b="0" i="0" sz="1100" u="none" cap="none" strike="noStrike">
                <a:solidFill>
                  <a:srgbClr val="000000"/>
                </a:solidFill>
                <a:latin typeface="Arial"/>
                <a:ea typeface="Arial"/>
                <a:cs typeface="Arial"/>
                <a:sym typeface="Arial"/>
              </a:endParaRPr>
            </a:p>
          </p:txBody>
        </p:sp>
      </p:gr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6" name="Shape 276"/>
        <p:cNvGrpSpPr/>
        <p:nvPr/>
      </p:nvGrpSpPr>
      <p:grpSpPr>
        <a:xfrm>
          <a:off x="0" y="0"/>
          <a:ext cx="0" cy="0"/>
          <a:chOff x="0" y="0"/>
          <a:chExt cx="0" cy="0"/>
        </a:xfrm>
      </p:grpSpPr>
      <p:sp>
        <p:nvSpPr>
          <p:cNvPr id="277" name="Google Shape;277;p17"/>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Bare Metal Programming Vs OS</a:t>
            </a:r>
            <a:endParaRPr b="1" i="0" sz="1700" u="none" cap="none" strike="noStrike">
              <a:solidFill>
                <a:schemeClr val="accent2"/>
              </a:solidFill>
              <a:latin typeface="Arial"/>
              <a:ea typeface="Arial"/>
              <a:cs typeface="Arial"/>
              <a:sym typeface="Arial"/>
            </a:endParaRPr>
          </a:p>
        </p:txBody>
      </p:sp>
      <p:sp>
        <p:nvSpPr>
          <p:cNvPr id="278" name="Google Shape;278;p17"/>
          <p:cNvSpPr txBox="1"/>
          <p:nvPr>
            <p:ph idx="1" type="body"/>
          </p:nvPr>
        </p:nvSpPr>
        <p:spPr>
          <a:xfrm>
            <a:off x="270000" y="681775"/>
            <a:ext cx="47652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SzPts val="1200"/>
              <a:buNone/>
            </a:pPr>
            <a:r>
              <a:t/>
            </a:r>
            <a:endParaRPr/>
          </a:p>
          <a:p>
            <a:pPr indent="-146050" lvl="1" marL="406400" marR="0" rtl="0" algn="l">
              <a:lnSpc>
                <a:spcPct val="100000"/>
              </a:lnSpc>
              <a:spcBef>
                <a:spcPts val="900"/>
              </a:spcBef>
              <a:spcAft>
                <a:spcPts val="0"/>
              </a:spcAft>
              <a:buClr>
                <a:schemeClr val="dk2"/>
              </a:buClr>
              <a:buSzPts val="1100"/>
              <a:buFont typeface="Noto Sans Symbols"/>
              <a:buChar char="▶"/>
            </a:pPr>
            <a:r>
              <a:rPr b="1" lang="en-US">
                <a:solidFill>
                  <a:schemeClr val="lt2"/>
                </a:solidFill>
              </a:rPr>
              <a:t>Bare Metal Programming</a:t>
            </a:r>
            <a:r>
              <a:rPr lang="en-US"/>
              <a:t> is a term for programming that operates without various layers of abstraction or an operating system supporting it. it interacts with a system at the hardware level, taking into account the specific build of the hardware.</a:t>
            </a:r>
            <a:endParaRPr/>
          </a:p>
          <a:p>
            <a:pPr indent="-146050" lvl="1" marL="406400" marR="0" rtl="0" algn="l">
              <a:lnSpc>
                <a:spcPct val="100000"/>
              </a:lnSpc>
              <a:spcBef>
                <a:spcPts val="900"/>
              </a:spcBef>
              <a:spcAft>
                <a:spcPts val="0"/>
              </a:spcAft>
              <a:buClr>
                <a:schemeClr val="dk2"/>
              </a:buClr>
              <a:buSzPts val="1100"/>
              <a:buFont typeface="Noto Sans Symbols"/>
              <a:buChar char="▶"/>
            </a:pPr>
            <a:r>
              <a:rPr lang="en-US"/>
              <a:t>Generally bare metal programs will have minimal bootloader to initiate the processor,clock and memory and jump to main program.</a:t>
            </a:r>
            <a:endParaRPr/>
          </a:p>
          <a:p>
            <a:pPr indent="-146050" lvl="1" marL="406400" marR="0" rtl="0" algn="l">
              <a:lnSpc>
                <a:spcPct val="100000"/>
              </a:lnSpc>
              <a:spcBef>
                <a:spcPts val="900"/>
              </a:spcBef>
              <a:spcAft>
                <a:spcPts val="0"/>
              </a:spcAft>
              <a:buClr>
                <a:schemeClr val="dk2"/>
              </a:buClr>
              <a:buSzPts val="1100"/>
              <a:buFont typeface="Noto Sans Symbols"/>
              <a:buChar char="▶"/>
            </a:pPr>
            <a:r>
              <a:rPr lang="en-US"/>
              <a:t>Usage of Bare Metal Applications:</a:t>
            </a:r>
            <a:endParaRPr/>
          </a:p>
          <a:p>
            <a:pPr indent="-139700" lvl="2" marL="647700" marR="0" rtl="0" algn="l">
              <a:lnSpc>
                <a:spcPct val="100000"/>
              </a:lnSpc>
              <a:spcBef>
                <a:spcPts val="900"/>
              </a:spcBef>
              <a:spcAft>
                <a:spcPts val="0"/>
              </a:spcAft>
              <a:buClr>
                <a:schemeClr val="dk2"/>
              </a:buClr>
              <a:buSzPts val="1000"/>
              <a:buFont typeface="Noto Sans Symbols"/>
              <a:buChar char="▶"/>
            </a:pPr>
            <a:r>
              <a:rPr lang="en-US"/>
              <a:t>Development of simple systems with limited-resource microcontrollers with no enough memory or CPU for loading OS, Code is running inside an infinite loop.</a:t>
            </a:r>
            <a:endParaRPr/>
          </a:p>
          <a:p>
            <a:pPr indent="-139700" lvl="2" marL="647700" marR="0" rtl="0" algn="l">
              <a:lnSpc>
                <a:spcPct val="100000"/>
              </a:lnSpc>
              <a:spcBef>
                <a:spcPts val="900"/>
              </a:spcBef>
              <a:spcAft>
                <a:spcPts val="0"/>
              </a:spcAft>
              <a:buClr>
                <a:schemeClr val="dk2"/>
              </a:buClr>
              <a:buSzPts val="1000"/>
              <a:buFont typeface="Noto Sans Symbols"/>
              <a:buChar char="▶"/>
            </a:pPr>
            <a:r>
              <a:rPr lang="en-US"/>
              <a:t>When Developing systems with direct control on every piece of hardware and register to meet timing requirements.</a:t>
            </a:r>
            <a:endParaRPr/>
          </a:p>
          <a:p>
            <a:pPr indent="-139700" lvl="2" marL="647700" marR="0" rtl="0" algn="l">
              <a:lnSpc>
                <a:spcPct val="100000"/>
              </a:lnSpc>
              <a:spcBef>
                <a:spcPts val="900"/>
              </a:spcBef>
              <a:spcAft>
                <a:spcPts val="0"/>
              </a:spcAft>
              <a:buClr>
                <a:schemeClr val="dk2"/>
              </a:buClr>
              <a:buSzPts val="1000"/>
              <a:buFont typeface="Noto Sans Symbols"/>
              <a:buChar char="▶"/>
            </a:pPr>
            <a:r>
              <a:rPr lang="en-US"/>
              <a:t>For reduction of operating systems and additional required tools costs.</a:t>
            </a:r>
            <a:endParaRPr sz="1150">
              <a:solidFill>
                <a:srgbClr val="333333"/>
              </a:solidFill>
              <a:latin typeface="Georgia"/>
              <a:ea typeface="Georgia"/>
              <a:cs typeface="Georgia"/>
              <a:sym typeface="Georgia"/>
            </a:endParaRPr>
          </a:p>
          <a:p>
            <a:pPr indent="342900" lvl="0" marL="63500" rtl="0" algn="l">
              <a:lnSpc>
                <a:spcPct val="100000"/>
              </a:lnSpc>
              <a:spcBef>
                <a:spcPts val="900"/>
              </a:spcBef>
              <a:spcAft>
                <a:spcPts val="0"/>
              </a:spcAft>
              <a:buSzPts val="1200"/>
              <a:buNone/>
            </a:pPr>
            <a:r>
              <a:t/>
            </a:r>
            <a:endParaRPr b="0" i="0" sz="1200" u="none" cap="none" strike="noStrike">
              <a:solidFill>
                <a:schemeClr val="accent2"/>
              </a:solidFill>
              <a:latin typeface="Arial"/>
              <a:ea typeface="Arial"/>
              <a:cs typeface="Arial"/>
              <a:sym typeface="Arial"/>
            </a:endParaRPr>
          </a:p>
        </p:txBody>
      </p:sp>
      <p:sp>
        <p:nvSpPr>
          <p:cNvPr id="279" name="Google Shape;279;p17"/>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280" name="Google Shape;280;p17"/>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281" name="Google Shape;281;p17"/>
          <p:cNvPicPr preferRelativeResize="0"/>
          <p:nvPr/>
        </p:nvPicPr>
        <p:blipFill rotWithShape="1">
          <a:blip r:embed="rId3">
            <a:alphaModFix/>
          </a:blip>
          <a:srcRect b="0" l="0" r="0" t="0"/>
          <a:stretch/>
        </p:blipFill>
        <p:spPr>
          <a:xfrm>
            <a:off x="5557600" y="1198200"/>
            <a:ext cx="3308575" cy="3405350"/>
          </a:xfrm>
          <a:prstGeom prst="rect">
            <a:avLst/>
          </a:prstGeom>
          <a:noFill/>
          <a:ln>
            <a:noFill/>
          </a:ln>
        </p:spPr>
      </p:pic>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Bare Metal Programming Vs OS</a:t>
            </a:r>
            <a:endParaRPr b="1" i="0" sz="1700" u="none" cap="none" strike="noStrike">
              <a:solidFill>
                <a:schemeClr val="accent2"/>
              </a:solidFill>
              <a:latin typeface="Arial"/>
              <a:ea typeface="Arial"/>
              <a:cs typeface="Arial"/>
              <a:sym typeface="Arial"/>
            </a:endParaRPr>
          </a:p>
        </p:txBody>
      </p:sp>
      <p:sp>
        <p:nvSpPr>
          <p:cNvPr id="287" name="Google Shape;287;p18"/>
          <p:cNvSpPr txBox="1"/>
          <p:nvPr>
            <p:ph idx="1" type="body"/>
          </p:nvPr>
        </p:nvSpPr>
        <p:spPr>
          <a:xfrm>
            <a:off x="270000" y="902775"/>
            <a:ext cx="47559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900"/>
              </a:spcBef>
              <a:spcAft>
                <a:spcPts val="0"/>
              </a:spcAft>
              <a:buSzPts val="1200"/>
              <a:buNone/>
            </a:pPr>
            <a:r>
              <a:t/>
            </a:r>
            <a:endParaRPr sz="1150">
              <a:solidFill>
                <a:srgbClr val="333333"/>
              </a:solidFill>
              <a:latin typeface="Georgia"/>
              <a:ea typeface="Georgia"/>
              <a:cs typeface="Georgia"/>
              <a:sym typeface="Georgia"/>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OS Based Applications</a:t>
            </a:r>
            <a:r>
              <a:rPr lang="en-US"/>
              <a:t> is the opposite of Bare-metal were the application is developed using the interfaces of the operating system and underlying modules, which isolate the application from the hardware and get advantage of powerful features offered by the OS reducing the development effort significantly.</a:t>
            </a:r>
            <a:endParaRPr/>
          </a:p>
          <a:p>
            <a:pPr indent="-146050" lvl="1" marL="406400" rtl="0" algn="l">
              <a:lnSpc>
                <a:spcPct val="100000"/>
              </a:lnSpc>
              <a:spcBef>
                <a:spcPts val="900"/>
              </a:spcBef>
              <a:spcAft>
                <a:spcPts val="0"/>
              </a:spcAft>
              <a:buClr>
                <a:schemeClr val="dk2"/>
              </a:buClr>
              <a:buSzPts val="1100"/>
              <a:buFont typeface="Noto Sans Symbols"/>
              <a:buChar char="▶"/>
            </a:pPr>
            <a:r>
              <a:rPr lang="en-US"/>
              <a:t>Usage of OS Based Apps:</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abstraction from underlying hardware and removing the overhead of developing schedulers, memory management or threads management modules, etc.</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Developing much more modular and reusable Applications.</a:t>
            </a:r>
            <a:endParaRPr/>
          </a:p>
        </p:txBody>
      </p:sp>
      <p:sp>
        <p:nvSpPr>
          <p:cNvPr id="288" name="Google Shape;288;p18"/>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289" name="Google Shape;289;p18"/>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290" name="Google Shape;290;p18"/>
          <p:cNvPicPr preferRelativeResize="0"/>
          <p:nvPr/>
        </p:nvPicPr>
        <p:blipFill rotWithShape="1">
          <a:blip r:embed="rId3">
            <a:alphaModFix/>
          </a:blip>
          <a:srcRect b="0" l="0" r="0" t="0"/>
          <a:stretch/>
        </p:blipFill>
        <p:spPr>
          <a:xfrm>
            <a:off x="6013650" y="1044450"/>
            <a:ext cx="2845650" cy="3439725"/>
          </a:xfrm>
          <a:prstGeom prst="rect">
            <a:avLst/>
          </a:prstGeom>
          <a:noFill/>
          <a:ln>
            <a:noFill/>
          </a:ln>
        </p:spPr>
      </p:pic>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Google Shape;295;p19"/>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Timers</a:t>
            </a:r>
            <a:endParaRPr b="1" i="0" sz="1700" u="none" cap="none" strike="noStrike">
              <a:solidFill>
                <a:schemeClr val="accent2"/>
              </a:solidFill>
              <a:latin typeface="Arial"/>
              <a:ea typeface="Arial"/>
              <a:cs typeface="Arial"/>
              <a:sym typeface="Arial"/>
            </a:endParaRPr>
          </a:p>
        </p:txBody>
      </p:sp>
      <p:sp>
        <p:nvSpPr>
          <p:cNvPr id="296" name="Google Shape;296;p19"/>
          <p:cNvSpPr txBox="1"/>
          <p:nvPr>
            <p:ph idx="1" type="body"/>
          </p:nvPr>
        </p:nvSpPr>
        <p:spPr>
          <a:xfrm>
            <a:off x="270000" y="513700"/>
            <a:ext cx="83805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900"/>
              </a:spcBef>
              <a:spcAft>
                <a:spcPts val="0"/>
              </a:spcAft>
              <a:buSzPts val="1200"/>
              <a:buNone/>
            </a:pPr>
            <a:r>
              <a:t/>
            </a:r>
            <a:endParaRPr sz="1150">
              <a:solidFill>
                <a:srgbClr val="333333"/>
              </a:solidFill>
              <a:latin typeface="Georgia"/>
              <a:ea typeface="Georgia"/>
              <a:cs typeface="Georgia"/>
              <a:sym typeface="Georgia"/>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Timer</a:t>
            </a:r>
            <a:r>
              <a:rPr lang="en-US"/>
              <a:t> is simply a counter that increase/decrease with a fixed time interval so that the number of counts can represent a specific amount of time equals these counts multiplied by the fixed time interval.These fixed time intervals can be achieved by a lot of means like a superman start counting up from 1 every one second, or an electric motor with a gear box making one revolution per minute or maybe a counter register that counts up by the rising edge of a 1 HZ square wave clock. (a superman, a watch and a microcontroller timer).</a:t>
            </a:r>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Usage of timers</a:t>
            </a:r>
            <a:endParaRPr b="1">
              <a:solidFill>
                <a:schemeClr val="lt2"/>
              </a:solidFill>
            </a:endParaRPr>
          </a:p>
          <a:p>
            <a:pPr indent="-139700" lvl="2" marL="647700" rtl="0" algn="l">
              <a:lnSpc>
                <a:spcPct val="100000"/>
              </a:lnSpc>
              <a:spcBef>
                <a:spcPts val="900"/>
              </a:spcBef>
              <a:spcAft>
                <a:spcPts val="0"/>
              </a:spcAft>
              <a:buClr>
                <a:schemeClr val="dk2"/>
              </a:buClr>
              <a:buSzPts val="1000"/>
              <a:buFont typeface="Noto Sans Symbols"/>
              <a:buChar char="▶"/>
            </a:pPr>
            <a:r>
              <a:rPr lang="en-US" sz="1400"/>
              <a:t>Measure time between external events.</a:t>
            </a:r>
            <a:endParaRPr sz="1400"/>
          </a:p>
          <a:p>
            <a:pPr indent="-139700" lvl="2" marL="647700" rtl="0" algn="l">
              <a:lnSpc>
                <a:spcPct val="100000"/>
              </a:lnSpc>
              <a:spcBef>
                <a:spcPts val="900"/>
              </a:spcBef>
              <a:spcAft>
                <a:spcPts val="0"/>
              </a:spcAft>
              <a:buClr>
                <a:schemeClr val="dk2"/>
              </a:buClr>
              <a:buSzPts val="1000"/>
              <a:buFont typeface="Noto Sans Symbols"/>
              <a:buChar char="▶"/>
            </a:pPr>
            <a:r>
              <a:rPr lang="en-US" sz="1400"/>
              <a:t>Synchronisation of Software with real time.</a:t>
            </a:r>
            <a:endParaRPr sz="1400"/>
          </a:p>
          <a:p>
            <a:pPr indent="-139700" lvl="2" marL="647700" rtl="0" algn="l">
              <a:lnSpc>
                <a:spcPct val="100000"/>
              </a:lnSpc>
              <a:spcBef>
                <a:spcPts val="900"/>
              </a:spcBef>
              <a:spcAft>
                <a:spcPts val="0"/>
              </a:spcAft>
              <a:buClr>
                <a:schemeClr val="dk2"/>
              </a:buClr>
              <a:buSzPts val="1000"/>
              <a:buFont typeface="Noto Sans Symbols"/>
              <a:buChar char="▶"/>
            </a:pPr>
            <a:r>
              <a:rPr lang="en-US" sz="1400"/>
              <a:t>Implementation of Schedulers or RTOS.</a:t>
            </a:r>
            <a:endParaRPr sz="1400"/>
          </a:p>
          <a:p>
            <a:pPr indent="-139700" lvl="2" marL="647700" rtl="0" algn="l">
              <a:lnSpc>
                <a:spcPct val="100000"/>
              </a:lnSpc>
              <a:spcBef>
                <a:spcPts val="900"/>
              </a:spcBef>
              <a:spcAft>
                <a:spcPts val="0"/>
              </a:spcAft>
              <a:buClr>
                <a:schemeClr val="dk2"/>
              </a:buClr>
              <a:buSzPts val="1000"/>
              <a:buFont typeface="Noto Sans Symbols"/>
              <a:buChar char="▶"/>
            </a:pPr>
            <a:r>
              <a:rPr lang="en-US" sz="1400"/>
              <a:t>Generation of PWM signals.</a:t>
            </a:r>
            <a:endParaRPr sz="1400"/>
          </a:p>
          <a:p>
            <a:pPr indent="-139700" lvl="2" marL="647700" rtl="0" algn="l">
              <a:lnSpc>
                <a:spcPct val="100000"/>
              </a:lnSpc>
              <a:spcBef>
                <a:spcPts val="900"/>
              </a:spcBef>
              <a:spcAft>
                <a:spcPts val="0"/>
              </a:spcAft>
              <a:buClr>
                <a:schemeClr val="dk2"/>
              </a:buClr>
              <a:buSzPts val="1000"/>
              <a:buFont typeface="Noto Sans Symbols"/>
              <a:buChar char="▶"/>
            </a:pPr>
            <a:r>
              <a:rPr lang="en-US" sz="1400"/>
              <a:t>Used as counter for external events</a:t>
            </a:r>
            <a:endParaRPr sz="1400"/>
          </a:p>
          <a:p>
            <a:pPr indent="584200" lvl="0" marL="63500" rtl="0" algn="l">
              <a:lnSpc>
                <a:spcPct val="100000"/>
              </a:lnSpc>
              <a:spcBef>
                <a:spcPts val="900"/>
              </a:spcBef>
              <a:spcAft>
                <a:spcPts val="0"/>
              </a:spcAft>
              <a:buSzPts val="1200"/>
              <a:buNone/>
            </a:pPr>
            <a:r>
              <a:t/>
            </a:r>
            <a:endParaRPr sz="1400"/>
          </a:p>
        </p:txBody>
      </p:sp>
      <p:sp>
        <p:nvSpPr>
          <p:cNvPr id="297" name="Google Shape;297;p19"/>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298" name="Google Shape;298;p19"/>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299" name="Google Shape;299;p19"/>
          <p:cNvPicPr preferRelativeResize="0"/>
          <p:nvPr/>
        </p:nvPicPr>
        <p:blipFill rotWithShape="1">
          <a:blip r:embed="rId3">
            <a:alphaModFix/>
          </a:blip>
          <a:srcRect b="0" l="0" r="0" t="0"/>
          <a:stretch/>
        </p:blipFill>
        <p:spPr>
          <a:xfrm>
            <a:off x="4503450" y="2371675"/>
            <a:ext cx="4374826" cy="2097500"/>
          </a:xfrm>
          <a:prstGeom prst="rect">
            <a:avLst/>
          </a:prstGeom>
          <a:noFill/>
          <a:ln>
            <a:noFill/>
          </a:ln>
        </p:spPr>
      </p:pic>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3" name="Shape 303"/>
        <p:cNvGrpSpPr/>
        <p:nvPr/>
      </p:nvGrpSpPr>
      <p:grpSpPr>
        <a:xfrm>
          <a:off x="0" y="0"/>
          <a:ext cx="0" cy="0"/>
          <a:chOff x="0" y="0"/>
          <a:chExt cx="0" cy="0"/>
        </a:xfrm>
      </p:grpSpPr>
      <p:sp>
        <p:nvSpPr>
          <p:cNvPr id="304" name="Google Shape;304;p20"/>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Software Hardware Synchronisation</a:t>
            </a:r>
            <a:endParaRPr b="1" i="0" sz="1700" u="none" cap="none" strike="noStrike">
              <a:solidFill>
                <a:schemeClr val="accent2"/>
              </a:solidFill>
              <a:latin typeface="Arial"/>
              <a:ea typeface="Arial"/>
              <a:cs typeface="Arial"/>
              <a:sym typeface="Arial"/>
            </a:endParaRPr>
          </a:p>
        </p:txBody>
      </p:sp>
      <p:sp>
        <p:nvSpPr>
          <p:cNvPr id="305" name="Google Shape;305;p20"/>
          <p:cNvSpPr txBox="1"/>
          <p:nvPr>
            <p:ph idx="1" type="body"/>
          </p:nvPr>
        </p:nvSpPr>
        <p:spPr>
          <a:xfrm>
            <a:off x="277350" y="684500"/>
            <a:ext cx="85908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900"/>
              </a:spcBef>
              <a:spcAft>
                <a:spcPts val="0"/>
              </a:spcAft>
              <a:buSzPts val="1200"/>
              <a:buNone/>
            </a:pPr>
            <a:r>
              <a:t/>
            </a:r>
            <a:endParaRPr sz="1150">
              <a:solidFill>
                <a:srgbClr val="333333"/>
              </a:solidFill>
              <a:latin typeface="Georgia"/>
              <a:ea typeface="Georgia"/>
              <a:cs typeface="Georgia"/>
              <a:sym typeface="Georgia"/>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Software Hardware Synchronisation</a:t>
            </a:r>
            <a:r>
              <a:rPr lang="en-US"/>
              <a:t> is the methods that could be done by the software to always detect the changing hardware events and respond accordingly.</a:t>
            </a:r>
            <a:endParaRPr/>
          </a:p>
        </p:txBody>
      </p:sp>
      <p:sp>
        <p:nvSpPr>
          <p:cNvPr id="306" name="Google Shape;306;p20"/>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307" name="Google Shape;307;p20"/>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pic>
        <p:nvPicPr>
          <p:cNvPr id="308" name="Google Shape;308;p20"/>
          <p:cNvPicPr preferRelativeResize="0"/>
          <p:nvPr/>
        </p:nvPicPr>
        <p:blipFill rotWithShape="1">
          <a:blip r:embed="rId3">
            <a:alphaModFix/>
          </a:blip>
          <a:srcRect b="0" l="0" r="0" t="0"/>
          <a:stretch/>
        </p:blipFill>
        <p:spPr>
          <a:xfrm>
            <a:off x="5082350" y="2217600"/>
            <a:ext cx="3785799" cy="1926700"/>
          </a:xfrm>
          <a:prstGeom prst="rect">
            <a:avLst/>
          </a:prstGeom>
          <a:noFill/>
          <a:ln>
            <a:noFill/>
          </a:ln>
        </p:spPr>
      </p:pic>
      <p:sp>
        <p:nvSpPr>
          <p:cNvPr id="309" name="Google Shape;309;p20"/>
          <p:cNvSpPr txBox="1"/>
          <p:nvPr>
            <p:ph idx="1" type="body"/>
          </p:nvPr>
        </p:nvSpPr>
        <p:spPr>
          <a:xfrm>
            <a:off x="270000" y="1372600"/>
            <a:ext cx="4748100" cy="222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900"/>
              </a:spcBef>
              <a:spcAft>
                <a:spcPts val="0"/>
              </a:spcAft>
              <a:buSzPts val="1200"/>
              <a:buNone/>
            </a:pPr>
            <a:r>
              <a:t/>
            </a:r>
            <a:endParaRPr/>
          </a:p>
          <a:p>
            <a:pPr indent="-146050" lvl="1" marL="406400" rtl="0" algn="l">
              <a:lnSpc>
                <a:spcPct val="100000"/>
              </a:lnSpc>
              <a:spcBef>
                <a:spcPts val="900"/>
              </a:spcBef>
              <a:spcAft>
                <a:spcPts val="0"/>
              </a:spcAft>
              <a:buClr>
                <a:schemeClr val="dk2"/>
              </a:buClr>
              <a:buSzPts val="1100"/>
              <a:buFont typeface="Noto Sans Symbols"/>
              <a:buChar char="▶"/>
            </a:pPr>
            <a:r>
              <a:rPr lang="en-US"/>
              <a:t>Five Mechanisms for Synchronization:</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Blind: fixed delay in software.</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Polling: software checks a status flag in the device</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Interrupt: hardware triggers software when hardware is ready</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Periodic polling: software in a periodic interrupt checks a status flag</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Direct memory access (DMA): hardware automatically transfers data when hardware is ready</a:t>
            </a:r>
            <a:endParaRPr/>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3" name="Shape 313"/>
        <p:cNvGrpSpPr/>
        <p:nvPr/>
      </p:nvGrpSpPr>
      <p:grpSpPr>
        <a:xfrm>
          <a:off x="0" y="0"/>
          <a:ext cx="0" cy="0"/>
          <a:chOff x="0" y="0"/>
          <a:chExt cx="0" cy="0"/>
        </a:xfrm>
      </p:grpSpPr>
      <p:sp>
        <p:nvSpPr>
          <p:cNvPr id="314" name="Google Shape;314;p21"/>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Interrupts</a:t>
            </a:r>
            <a:endParaRPr/>
          </a:p>
        </p:txBody>
      </p:sp>
      <p:sp>
        <p:nvSpPr>
          <p:cNvPr id="315" name="Google Shape;315;p21"/>
          <p:cNvSpPr txBox="1"/>
          <p:nvPr>
            <p:ph idx="1" type="body"/>
          </p:nvPr>
        </p:nvSpPr>
        <p:spPr>
          <a:xfrm>
            <a:off x="277350" y="684500"/>
            <a:ext cx="85908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900"/>
              </a:spcBef>
              <a:spcAft>
                <a:spcPts val="0"/>
              </a:spcAft>
              <a:buSzPts val="1200"/>
              <a:buNone/>
            </a:pPr>
            <a:r>
              <a:t/>
            </a:r>
            <a:endParaRPr sz="1150">
              <a:solidFill>
                <a:srgbClr val="333333"/>
              </a:solidFill>
              <a:latin typeface="Georgia"/>
              <a:ea typeface="Georgia"/>
              <a:cs typeface="Georgia"/>
              <a:sym typeface="Georgia"/>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Interrupt</a:t>
            </a:r>
            <a:r>
              <a:rPr lang="en-US"/>
              <a:t> is the automatic transfer of software execution in response to a hardware event that is asynchronous with the current software execution. This hardware event is called a trigger. This trigger can be external (ex. a rising edge on a GPIO pin) or internal (ex. a timer overflow event).</a:t>
            </a:r>
            <a:endParaRPr/>
          </a:p>
        </p:txBody>
      </p:sp>
      <p:sp>
        <p:nvSpPr>
          <p:cNvPr id="316" name="Google Shape;316;p21"/>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317" name="Google Shape;317;p21"/>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18" name="Google Shape;318;p21"/>
          <p:cNvSpPr txBox="1"/>
          <p:nvPr>
            <p:ph idx="1" type="body"/>
          </p:nvPr>
        </p:nvSpPr>
        <p:spPr>
          <a:xfrm>
            <a:off x="270000" y="1372600"/>
            <a:ext cx="4748100" cy="2227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900"/>
              </a:spcBef>
              <a:spcAft>
                <a:spcPts val="0"/>
              </a:spcAft>
              <a:buSzPts val="1200"/>
              <a:buNone/>
            </a:pPr>
            <a:r>
              <a:t/>
            </a:r>
            <a:endParaRPr/>
          </a:p>
          <a:p>
            <a:pPr indent="-146050" lvl="1" marL="406400" rtl="0" algn="l">
              <a:lnSpc>
                <a:spcPct val="100000"/>
              </a:lnSpc>
              <a:spcBef>
                <a:spcPts val="900"/>
              </a:spcBef>
              <a:spcAft>
                <a:spcPts val="0"/>
              </a:spcAft>
              <a:buClr>
                <a:schemeClr val="dk2"/>
              </a:buClr>
              <a:buSzPts val="1100"/>
              <a:buFont typeface="Noto Sans Symbols"/>
              <a:buChar char="▶"/>
            </a:pPr>
            <a:r>
              <a:rPr lang="en-US"/>
              <a:t>Common Interrupt Process:</a:t>
            </a:r>
            <a:endParaRPr/>
          </a:p>
        </p:txBody>
      </p:sp>
      <p:pic>
        <p:nvPicPr>
          <p:cNvPr id="319" name="Google Shape;319;p21"/>
          <p:cNvPicPr preferRelativeResize="0"/>
          <p:nvPr/>
        </p:nvPicPr>
        <p:blipFill rotWithShape="1">
          <a:blip r:embed="rId3">
            <a:alphaModFix/>
          </a:blip>
          <a:srcRect b="0" l="0" r="0" t="0"/>
          <a:stretch/>
        </p:blipFill>
        <p:spPr>
          <a:xfrm>
            <a:off x="694275" y="2258575"/>
            <a:ext cx="8173875" cy="2457875"/>
          </a:xfrm>
          <a:prstGeom prst="rect">
            <a:avLst/>
          </a:prstGeom>
          <a:noFill/>
          <a:ln>
            <a:noFill/>
          </a:ln>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3" name="Shape 323"/>
        <p:cNvGrpSpPr/>
        <p:nvPr/>
      </p:nvGrpSpPr>
      <p:grpSpPr>
        <a:xfrm>
          <a:off x="0" y="0"/>
          <a:ext cx="0" cy="0"/>
          <a:chOff x="0" y="0"/>
          <a:chExt cx="0" cy="0"/>
        </a:xfrm>
      </p:grpSpPr>
      <p:sp>
        <p:nvSpPr>
          <p:cNvPr id="324" name="Google Shape;324;p22"/>
          <p:cNvSpPr txBox="1"/>
          <p:nvPr>
            <p:ph type="title"/>
          </p:nvPr>
        </p:nvSpPr>
        <p:spPr>
          <a:xfrm>
            <a:off x="270000" y="342739"/>
            <a:ext cx="4908000" cy="511500"/>
          </a:xfrm>
          <a:prstGeom prst="rect">
            <a:avLst/>
          </a:prstGeom>
          <a:noFill/>
          <a:ln>
            <a:noFill/>
          </a:ln>
        </p:spPr>
        <p:txBody>
          <a:bodyPr anchorCtr="0" anchor="b" bIns="54000" lIns="0" spcFirstLastPara="1" rIns="0" wrap="square" tIns="0">
            <a:noAutofit/>
          </a:bodyPr>
          <a:lstStyle/>
          <a:p>
            <a:pPr indent="0" lvl="0" marL="215900" rtl="0" algn="l">
              <a:lnSpc>
                <a:spcPct val="90000"/>
              </a:lnSpc>
              <a:spcBef>
                <a:spcPts val="0"/>
              </a:spcBef>
              <a:spcAft>
                <a:spcPts val="0"/>
              </a:spcAft>
              <a:buSzPts val="1100"/>
              <a:buNone/>
            </a:pPr>
            <a:r>
              <a:rPr lang="en-US"/>
              <a:t>Simple Scheduler</a:t>
            </a:r>
            <a:endParaRPr/>
          </a:p>
        </p:txBody>
      </p:sp>
      <p:sp>
        <p:nvSpPr>
          <p:cNvPr id="325" name="Google Shape;325;p22"/>
          <p:cNvSpPr txBox="1"/>
          <p:nvPr>
            <p:ph idx="1" type="body"/>
          </p:nvPr>
        </p:nvSpPr>
        <p:spPr>
          <a:xfrm>
            <a:off x="276600" y="854250"/>
            <a:ext cx="8590800" cy="222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900"/>
              </a:spcBef>
              <a:spcAft>
                <a:spcPts val="0"/>
              </a:spcAft>
              <a:buSzPts val="1200"/>
              <a:buNone/>
            </a:pPr>
            <a:r>
              <a:t/>
            </a:r>
            <a:endParaRPr sz="1150">
              <a:solidFill>
                <a:srgbClr val="333333"/>
              </a:solidFill>
              <a:latin typeface="Georgia"/>
              <a:ea typeface="Georgia"/>
              <a:cs typeface="Georgia"/>
              <a:sym typeface="Georgia"/>
            </a:endParaRPr>
          </a:p>
          <a:p>
            <a:pPr indent="-146050" lvl="1" marL="406400" rtl="0" algn="l">
              <a:lnSpc>
                <a:spcPct val="100000"/>
              </a:lnSpc>
              <a:spcBef>
                <a:spcPts val="900"/>
              </a:spcBef>
              <a:spcAft>
                <a:spcPts val="0"/>
              </a:spcAft>
              <a:buClr>
                <a:schemeClr val="dk2"/>
              </a:buClr>
              <a:buSzPts val="1100"/>
              <a:buFont typeface="Noto Sans Symbols"/>
              <a:buChar char="▶"/>
            </a:pPr>
            <a:r>
              <a:rPr b="1" lang="en-US">
                <a:solidFill>
                  <a:schemeClr val="lt2"/>
                </a:solidFill>
              </a:rPr>
              <a:t>Scheduler </a:t>
            </a:r>
            <a:r>
              <a:rPr lang="en-US" sz="1200"/>
              <a:t>in the simplest form is a piece of code used to schedule tasks and execute them with defined periodicities.</a:t>
            </a:r>
            <a:endParaRPr sz="1200"/>
          </a:p>
          <a:p>
            <a:pPr indent="342900" lvl="0" marL="63500" rtl="0" algn="l">
              <a:lnSpc>
                <a:spcPct val="100000"/>
              </a:lnSpc>
              <a:spcBef>
                <a:spcPts val="900"/>
              </a:spcBef>
              <a:spcAft>
                <a:spcPts val="0"/>
              </a:spcAft>
              <a:buSzPts val="1200"/>
              <a:buNone/>
            </a:pPr>
            <a:r>
              <a:t/>
            </a:r>
            <a:endParaRPr sz="1200"/>
          </a:p>
          <a:p>
            <a:pPr indent="-146050" lvl="1" marL="406400" rtl="0" algn="l">
              <a:lnSpc>
                <a:spcPct val="100000"/>
              </a:lnSpc>
              <a:spcBef>
                <a:spcPts val="900"/>
              </a:spcBef>
              <a:spcAft>
                <a:spcPts val="0"/>
              </a:spcAft>
              <a:buClr>
                <a:schemeClr val="dk2"/>
              </a:buClr>
              <a:buSzPts val="1100"/>
              <a:buFont typeface="Noto Sans Symbols"/>
              <a:buChar char="▶"/>
            </a:pPr>
            <a:r>
              <a:rPr lang="en-US"/>
              <a:t>To implement a simple Scheduler you need to:</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Define your System Tick. This means that you need to define the minimum amount of time that a task can be called periodically.</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 Use a timer. This is required to keep track of time and generate an interrupt periodically after each System tick.</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A software counter. Which will increment every system tick representing your system watch.</a:t>
            </a:r>
            <a:endParaRPr/>
          </a:p>
          <a:p>
            <a:pPr indent="-139700" lvl="2" marL="647700" rtl="0" algn="l">
              <a:lnSpc>
                <a:spcPct val="100000"/>
              </a:lnSpc>
              <a:spcBef>
                <a:spcPts val="900"/>
              </a:spcBef>
              <a:spcAft>
                <a:spcPts val="0"/>
              </a:spcAft>
              <a:buClr>
                <a:schemeClr val="dk2"/>
              </a:buClr>
              <a:buSzPts val="1000"/>
              <a:buFont typeface="Noto Sans Symbols"/>
              <a:buChar char="▶"/>
            </a:pPr>
            <a:r>
              <a:rPr lang="en-US"/>
              <a:t>Understand the modulo operator (%). As it will be used for the calculation of an interval. </a:t>
            </a:r>
            <a:endParaRPr/>
          </a:p>
          <a:p>
            <a:pPr indent="-146050" lvl="1" marL="406400" rtl="0" algn="l">
              <a:lnSpc>
                <a:spcPct val="100000"/>
              </a:lnSpc>
              <a:spcBef>
                <a:spcPts val="900"/>
              </a:spcBef>
              <a:spcAft>
                <a:spcPts val="0"/>
              </a:spcAft>
              <a:buClr>
                <a:schemeClr val="dk2"/>
              </a:buClr>
              <a:buSzPts val="1100"/>
              <a:buFont typeface="Noto Sans Symbols"/>
              <a:buChar char="▶"/>
            </a:pPr>
            <a:r>
              <a:rPr lang="en-US"/>
              <a:t>Let’s Implement a simple one... </a:t>
            </a:r>
            <a:endParaRPr/>
          </a:p>
        </p:txBody>
      </p:sp>
      <p:sp>
        <p:nvSpPr>
          <p:cNvPr id="326" name="Google Shape;326;p22"/>
          <p:cNvSpPr txBox="1"/>
          <p:nvPr>
            <p:ph idx="12" type="sldNum"/>
          </p:nvPr>
        </p:nvSpPr>
        <p:spPr>
          <a:xfrm>
            <a:off x="270000" y="4887000"/>
            <a:ext cx="155100" cy="131100"/>
          </a:xfrm>
          <a:prstGeom prst="rect">
            <a:avLst/>
          </a:prstGeom>
          <a:noFill/>
          <a:ln>
            <a:noFill/>
          </a:ln>
        </p:spPr>
        <p:txBody>
          <a:bodyPr anchorCtr="0" anchor="t" bIns="0" lIns="0" spcFirstLastPara="1" rIns="0" wrap="square" tIns="27000">
            <a:noAutofit/>
          </a:bodyPr>
          <a:lstStyle/>
          <a:p>
            <a:pPr indent="0" lvl="0" marL="0" marR="0" rtl="0" algn="l">
              <a:lnSpc>
                <a:spcPct val="100000"/>
              </a:lnSpc>
              <a:spcBef>
                <a:spcPts val="0"/>
              </a:spcBef>
              <a:spcAft>
                <a:spcPts val="0"/>
              </a:spcAft>
              <a:buSzPts val="700"/>
              <a:buNone/>
            </a:pPr>
            <a:fld id="{00000000-1234-1234-1234-123412341234}" type="slidenum">
              <a:rPr b="1" lang="en-US" sz="700">
                <a:solidFill>
                  <a:schemeClr val="lt2"/>
                </a:solidFill>
                <a:latin typeface="Arial"/>
                <a:ea typeface="Arial"/>
                <a:cs typeface="Arial"/>
                <a:sym typeface="Arial"/>
              </a:rPr>
              <a:t>‹#›</a:t>
            </a:fld>
            <a:endParaRPr b="1" sz="700">
              <a:solidFill>
                <a:schemeClr val="lt2"/>
              </a:solidFill>
              <a:latin typeface="Arial"/>
              <a:ea typeface="Arial"/>
              <a:cs typeface="Arial"/>
              <a:sym typeface="Arial"/>
            </a:endParaRPr>
          </a:p>
        </p:txBody>
      </p:sp>
      <p:sp>
        <p:nvSpPr>
          <p:cNvPr id="327" name="Google Shape;327;p22"/>
          <p:cNvSpPr/>
          <p:nvPr/>
        </p:nvSpPr>
        <p:spPr>
          <a:xfrm rot="5400000">
            <a:off x="7530959" y="3691135"/>
            <a:ext cx="105600" cy="212400"/>
          </a:xfrm>
          <a:custGeom>
            <a:rect b="b" l="l" r="r" t="t"/>
            <a:pathLst>
              <a:path extrusionOk="0" h="120000" w="120000">
                <a:moveTo>
                  <a:pt x="0" y="0"/>
                </a:moveTo>
                <a:lnTo>
                  <a:pt x="0" y="120000"/>
                </a:lnTo>
                <a:lnTo>
                  <a:pt x="120000" y="59398"/>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1" name="Shape 331"/>
        <p:cNvGrpSpPr/>
        <p:nvPr/>
      </p:nvGrpSpPr>
      <p:grpSpPr>
        <a:xfrm>
          <a:off x="0" y="0"/>
          <a:ext cx="0" cy="0"/>
          <a:chOff x="0" y="0"/>
          <a:chExt cx="0" cy="0"/>
        </a:xfrm>
      </p:grpSpPr>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leo Slides Master - 16x9">
  <a:themeElements>
    <a:clrScheme name="NEW CHARTE">
      <a:dk1>
        <a:srgbClr val="000000"/>
      </a:dk1>
      <a:lt1>
        <a:srgbClr val="FFFFFF"/>
      </a:lt1>
      <a:dk2>
        <a:srgbClr val="82E600"/>
      </a:dk2>
      <a:lt2>
        <a:srgbClr val="4B788C"/>
      </a:lt2>
      <a:accent1>
        <a:srgbClr val="949FA5"/>
      </a:accent1>
      <a:accent2>
        <a:srgbClr val="575756"/>
      </a:accent2>
      <a:accent3>
        <a:srgbClr val="00B6ED"/>
      </a:accent3>
      <a:accent4>
        <a:srgbClr val="599AC3"/>
      </a:accent4>
      <a:accent5>
        <a:srgbClr val="008C58"/>
      </a:accent5>
      <a:accent6>
        <a:srgbClr val="FAB50B"/>
      </a:accent6>
      <a:hlink>
        <a:srgbClr val="EC643F"/>
      </a:hlink>
      <a:folHlink>
        <a:srgbClr val="D82D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